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4"/>
  </p:notesMasterIdLst>
  <p:handoutMasterIdLst>
    <p:handoutMasterId r:id="rId35"/>
  </p:handoutMasterIdLst>
  <p:sldIdLst>
    <p:sldId id="2140" r:id="rId2"/>
    <p:sldId id="2132" r:id="rId3"/>
    <p:sldId id="2147" r:id="rId4"/>
    <p:sldId id="2148" r:id="rId5"/>
    <p:sldId id="2153" r:id="rId6"/>
    <p:sldId id="2149" r:id="rId7"/>
    <p:sldId id="2150" r:id="rId8"/>
    <p:sldId id="2151" r:id="rId9"/>
    <p:sldId id="2152" r:id="rId10"/>
    <p:sldId id="2154" r:id="rId11"/>
    <p:sldId id="2133" r:id="rId12"/>
    <p:sldId id="270" r:id="rId13"/>
    <p:sldId id="271" r:id="rId14"/>
    <p:sldId id="272" r:id="rId15"/>
    <p:sldId id="274" r:id="rId16"/>
    <p:sldId id="281" r:id="rId17"/>
    <p:sldId id="275" r:id="rId18"/>
    <p:sldId id="280" r:id="rId19"/>
    <p:sldId id="279" r:id="rId20"/>
    <p:sldId id="277" r:id="rId21"/>
    <p:sldId id="2139" r:id="rId22"/>
    <p:sldId id="2141" r:id="rId23"/>
    <p:sldId id="2143" r:id="rId24"/>
    <p:sldId id="2157" r:id="rId25"/>
    <p:sldId id="2155" r:id="rId26"/>
    <p:sldId id="2156" r:id="rId27"/>
    <p:sldId id="2118" r:id="rId28"/>
    <p:sldId id="2162" r:id="rId29"/>
    <p:sldId id="2159" r:id="rId30"/>
    <p:sldId id="2142" r:id="rId31"/>
    <p:sldId id="2160" r:id="rId32"/>
    <p:sldId id="2161" r:id="rId33"/>
  </p:sldIdLst>
  <p:sldSz cx="12192000" cy="6858000"/>
  <p:notesSz cx="7010400" cy="9296400"/>
  <p:custDataLst>
    <p:tags r:id="rId3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20" userDrawn="1">
          <p15:clr>
            <a:srgbClr val="A4A3A4"/>
          </p15:clr>
        </p15:guide>
        <p15:guide id="2" orient="horz" pos="960" userDrawn="1">
          <p15:clr>
            <a:srgbClr val="A4A3A4"/>
          </p15:clr>
        </p15:guide>
        <p15:guide id="3" orient="horz" pos="3888" userDrawn="1">
          <p15:clr>
            <a:srgbClr val="A4A3A4"/>
          </p15:clr>
        </p15:guide>
        <p15:guide id="4" pos="456" userDrawn="1">
          <p15:clr>
            <a:srgbClr val="A4A3A4"/>
          </p15:clr>
        </p15:guide>
        <p15:guide id="5" pos="7296" userDrawn="1">
          <p15:clr>
            <a:srgbClr val="A4A3A4"/>
          </p15:clr>
        </p15:guide>
      </p15:sldGuideLst>
    </p:ext>
    <p:ext uri="{2D200454-40CA-4A62-9FC3-DE9A4176ACB9}">
      <p15:notesGuideLst xmlns:p15="http://schemas.microsoft.com/office/powerpoint/2012/main">
        <p15:guide id="1" orient="horz" pos="2928" userDrawn="1">
          <p15:clr>
            <a:srgbClr val="A4A3A4"/>
          </p15:clr>
        </p15:guide>
        <p15:guide id="2" pos="2208"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C6569"/>
    <a:srgbClr val="5E7361"/>
    <a:srgbClr val="002E6D"/>
    <a:srgbClr val="272626"/>
    <a:srgbClr val="AB162B"/>
    <a:srgbClr val="B2B7BB"/>
    <a:srgbClr val="C78A3D"/>
    <a:srgbClr val="C4122F"/>
    <a:srgbClr val="343433"/>
    <a:srgbClr val="00B14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073"/>
    <p:restoredTop sz="94149"/>
  </p:normalViewPr>
  <p:slideViewPr>
    <p:cSldViewPr snapToGrid="0">
      <p:cViewPr varScale="1">
        <p:scale>
          <a:sx n="138" d="100"/>
          <a:sy n="138" d="100"/>
        </p:scale>
        <p:origin x="678" y="126"/>
      </p:cViewPr>
      <p:guideLst>
        <p:guide orient="horz" pos="720"/>
        <p:guide orient="horz" pos="960"/>
        <p:guide orient="horz" pos="3888"/>
        <p:guide pos="456"/>
        <p:guide pos="7296"/>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102" d="100"/>
          <a:sy n="102" d="100"/>
        </p:scale>
        <p:origin x="4304" y="176"/>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gs" Target="tags/tag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Privacy</c:v>
                </c:pt>
              </c:strCache>
            </c:strRef>
          </c:tx>
          <c:spPr>
            <a:ln w="28575" cap="rnd">
              <a:solidFill>
                <a:schemeClr val="accent1"/>
              </a:solidFill>
              <a:round/>
            </a:ln>
            <a:effectLst/>
          </c:spPr>
          <c:marker>
            <c:symbol val="none"/>
          </c:marker>
          <c:cat>
            <c:strRef>
              <c:f>Sheet1!$A$2:$A$6</c:f>
              <c:strCache>
                <c:ptCount val="4"/>
                <c:pt idx="0">
                  <c:v>Category 1</c:v>
                </c:pt>
                <c:pt idx="1">
                  <c:v>Category 2</c:v>
                </c:pt>
                <c:pt idx="2">
                  <c:v>Category 3</c:v>
                </c:pt>
                <c:pt idx="3">
                  <c:v>Category 4</c:v>
                </c:pt>
              </c:strCache>
            </c:strRef>
          </c:cat>
          <c:val>
            <c:numRef>
              <c:f>Sheet1!$B$2:$B$6</c:f>
              <c:numCache>
                <c:formatCode>General</c:formatCode>
                <c:ptCount val="5"/>
                <c:pt idx="0">
                  <c:v>0</c:v>
                </c:pt>
                <c:pt idx="1">
                  <c:v>0.5</c:v>
                </c:pt>
                <c:pt idx="2">
                  <c:v>2</c:v>
                </c:pt>
                <c:pt idx="3">
                  <c:v>5</c:v>
                </c:pt>
                <c:pt idx="4">
                  <c:v>10</c:v>
                </c:pt>
              </c:numCache>
            </c:numRef>
          </c:val>
          <c:smooth val="0"/>
          <c:extLst>
            <c:ext xmlns:c16="http://schemas.microsoft.com/office/drawing/2014/chart" uri="{C3380CC4-5D6E-409C-BE32-E72D297353CC}">
              <c16:uniqueId val="{00000000-27FB-40DD-B415-73485D565A8A}"/>
            </c:ext>
          </c:extLst>
        </c:ser>
        <c:ser>
          <c:idx val="1"/>
          <c:order val="1"/>
          <c:tx>
            <c:strRef>
              <c:f>Sheet1!$C$1</c:f>
              <c:strCache>
                <c:ptCount val="1"/>
                <c:pt idx="0">
                  <c:v>Accuracy</c:v>
                </c:pt>
              </c:strCache>
            </c:strRef>
          </c:tx>
          <c:spPr>
            <a:ln w="28575" cap="rnd">
              <a:solidFill>
                <a:schemeClr val="accent2"/>
              </a:solidFill>
              <a:round/>
            </a:ln>
            <a:effectLst/>
          </c:spPr>
          <c:marker>
            <c:symbol val="none"/>
          </c:marker>
          <c:cat>
            <c:strRef>
              <c:f>Sheet1!$A$2:$A$6</c:f>
              <c:strCache>
                <c:ptCount val="4"/>
                <c:pt idx="0">
                  <c:v>Category 1</c:v>
                </c:pt>
                <c:pt idx="1">
                  <c:v>Category 2</c:v>
                </c:pt>
                <c:pt idx="2">
                  <c:v>Category 3</c:v>
                </c:pt>
                <c:pt idx="3">
                  <c:v>Category 4</c:v>
                </c:pt>
              </c:strCache>
            </c:strRef>
          </c:cat>
          <c:val>
            <c:numRef>
              <c:f>Sheet1!$C$2:$C$6</c:f>
              <c:numCache>
                <c:formatCode>General</c:formatCode>
                <c:ptCount val="5"/>
                <c:pt idx="0">
                  <c:v>10</c:v>
                </c:pt>
                <c:pt idx="1">
                  <c:v>5</c:v>
                </c:pt>
                <c:pt idx="2">
                  <c:v>2</c:v>
                </c:pt>
                <c:pt idx="3">
                  <c:v>0.5</c:v>
                </c:pt>
                <c:pt idx="4">
                  <c:v>0</c:v>
                </c:pt>
              </c:numCache>
            </c:numRef>
          </c:val>
          <c:smooth val="0"/>
          <c:extLst>
            <c:ext xmlns:c16="http://schemas.microsoft.com/office/drawing/2014/chart" uri="{C3380CC4-5D6E-409C-BE32-E72D297353CC}">
              <c16:uniqueId val="{00000001-27FB-40DD-B415-73485D565A8A}"/>
            </c:ext>
          </c:extLst>
        </c:ser>
        <c:dLbls>
          <c:showLegendKey val="0"/>
          <c:showVal val="0"/>
          <c:showCatName val="0"/>
          <c:showSerName val="0"/>
          <c:showPercent val="0"/>
          <c:showBubbleSize val="0"/>
        </c:dLbls>
        <c:smooth val="0"/>
        <c:axId val="566588576"/>
        <c:axId val="566589536"/>
      </c:lineChart>
      <c:catAx>
        <c:axId val="566588576"/>
        <c:scaling>
          <c:orientation val="minMax"/>
        </c:scaling>
        <c:delete val="1"/>
        <c:axPos val="b"/>
        <c:numFmt formatCode="General" sourceLinked="1"/>
        <c:majorTickMark val="out"/>
        <c:minorTickMark val="none"/>
        <c:tickLblPos val="nextTo"/>
        <c:crossAx val="566589536"/>
        <c:crosses val="autoZero"/>
        <c:auto val="1"/>
        <c:lblAlgn val="ctr"/>
        <c:lblOffset val="100"/>
        <c:noMultiLvlLbl val="0"/>
      </c:catAx>
      <c:valAx>
        <c:axId val="566589536"/>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56658857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550449CD-19C8-44C0-A36B-1667EDB1312B}" type="datetimeFigureOut">
              <a:rPr lang="en-US" smtClean="0"/>
              <a:t>4/17/2026</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B5C7A2D6-6A74-4789-8A27-67CDFFE8E463}" type="slidenum">
              <a:rPr lang="en-US" smtClean="0"/>
              <a:t>‹#›</a:t>
            </a:fld>
            <a:endParaRPr lang="en-US"/>
          </a:p>
        </p:txBody>
      </p:sp>
    </p:spTree>
    <p:extLst>
      <p:ext uri="{BB962C8B-B14F-4D97-AF65-F5344CB8AC3E}">
        <p14:creationId xmlns:p14="http://schemas.microsoft.com/office/powerpoint/2010/main" val="290907956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914C511E-AA3B-43E3-B946-406AB5E4C4BB}" type="datetimeFigureOut">
              <a:rPr lang="en-US" smtClean="0"/>
              <a:pPr/>
              <a:t>4/17/2026</a:t>
            </a:fld>
            <a:endParaRPr lang="en-US"/>
          </a:p>
        </p:txBody>
      </p:sp>
      <p:sp>
        <p:nvSpPr>
          <p:cNvPr id="4" name="Slide Image Placeholder 3"/>
          <p:cNvSpPr>
            <a:spLocks noGrp="1" noRot="1" noChangeAspect="1"/>
          </p:cNvSpPr>
          <p:nvPr>
            <p:ph type="sldImg" idx="2"/>
          </p:nvPr>
        </p:nvSpPr>
        <p:spPr>
          <a:xfrm>
            <a:off x="406400" y="696913"/>
            <a:ext cx="6197600"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8E4A049-8685-4352-9DC2-828F08FD542B}" type="slidenum">
              <a:rPr lang="en-US" smtClean="0"/>
              <a:pPr/>
              <a:t>‹#›</a:t>
            </a:fld>
            <a:endParaRPr lang="en-US"/>
          </a:p>
        </p:txBody>
      </p:sp>
    </p:spTree>
    <p:extLst>
      <p:ext uri="{BB962C8B-B14F-4D97-AF65-F5344CB8AC3E}">
        <p14:creationId xmlns:p14="http://schemas.microsoft.com/office/powerpoint/2010/main" val="544259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24A0BA-E867-21BB-94BF-2EC370399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EDC5A1-56A9-BA83-E35C-1B1CA2F049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92BA32-3E33-572A-B0CC-0D17FE18E437}"/>
              </a:ext>
            </a:extLst>
          </p:cNvPr>
          <p:cNvSpPr>
            <a:spLocks noGrp="1"/>
          </p:cNvSpPr>
          <p:nvPr>
            <p:ph type="body" idx="1"/>
          </p:nvPr>
        </p:nvSpPr>
        <p:spPr/>
        <p:txBody>
          <a:bodyPr/>
          <a:lstStyle/>
          <a:p>
            <a:r>
              <a:rPr lang="en-US" dirty="0"/>
              <a:t>Cover for a full photo background</a:t>
            </a:r>
          </a:p>
        </p:txBody>
      </p:sp>
      <p:sp>
        <p:nvSpPr>
          <p:cNvPr id="4" name="Slide Number Placeholder 3">
            <a:extLst>
              <a:ext uri="{FF2B5EF4-FFF2-40B4-BE49-F238E27FC236}">
                <a16:creationId xmlns:a16="http://schemas.microsoft.com/office/drawing/2014/main" id="{2E57706A-220E-B084-4C21-7C97DB5905DC}"/>
              </a:ext>
            </a:extLst>
          </p:cNvPr>
          <p:cNvSpPr>
            <a:spLocks noGrp="1"/>
          </p:cNvSpPr>
          <p:nvPr>
            <p:ph type="sldNum" sz="quarter" idx="5"/>
          </p:nvPr>
        </p:nvSpPr>
        <p:spPr/>
        <p:txBody>
          <a:bodyPr/>
          <a:lstStyle/>
          <a:p>
            <a:fld id="{78E4A049-8685-4352-9DC2-828F08FD542B}" type="slidenum">
              <a:rPr lang="en-US" smtClean="0"/>
              <a:pPr/>
              <a:t>23</a:t>
            </a:fld>
            <a:endParaRPr lang="en-US"/>
          </a:p>
        </p:txBody>
      </p:sp>
    </p:spTree>
    <p:extLst>
      <p:ext uri="{BB962C8B-B14F-4D97-AF65-F5344CB8AC3E}">
        <p14:creationId xmlns:p14="http://schemas.microsoft.com/office/powerpoint/2010/main" val="26779612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for a full photo background</a:t>
            </a:r>
          </a:p>
        </p:txBody>
      </p:sp>
      <p:sp>
        <p:nvSpPr>
          <p:cNvPr id="4" name="Slide Number Placeholder 3"/>
          <p:cNvSpPr>
            <a:spLocks noGrp="1"/>
          </p:cNvSpPr>
          <p:nvPr>
            <p:ph type="sldNum" sz="quarter" idx="5"/>
          </p:nvPr>
        </p:nvSpPr>
        <p:spPr/>
        <p:txBody>
          <a:bodyPr/>
          <a:lstStyle/>
          <a:p>
            <a:fld id="{78E4A049-8685-4352-9DC2-828F08FD542B}" type="slidenum">
              <a:rPr lang="en-US" smtClean="0"/>
              <a:pPr/>
              <a:t>27</a:t>
            </a:fld>
            <a:endParaRPr lang="en-US"/>
          </a:p>
        </p:txBody>
      </p:sp>
    </p:spTree>
    <p:extLst>
      <p:ext uri="{BB962C8B-B14F-4D97-AF65-F5344CB8AC3E}">
        <p14:creationId xmlns:p14="http://schemas.microsoft.com/office/powerpoint/2010/main" val="876055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A25F46-02E4-1D15-1DCF-6802BA7550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C9E143-25B5-ED45-6DA1-50299D214A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74DBF4-D40B-CC92-D11F-4913AB0065D5}"/>
              </a:ext>
            </a:extLst>
          </p:cNvPr>
          <p:cNvSpPr>
            <a:spLocks noGrp="1"/>
          </p:cNvSpPr>
          <p:nvPr>
            <p:ph type="body" idx="1"/>
          </p:nvPr>
        </p:nvSpPr>
        <p:spPr/>
        <p:txBody>
          <a:bodyPr/>
          <a:lstStyle/>
          <a:p>
            <a:r>
              <a:rPr lang="en-US" dirty="0"/>
              <a:t>Cover for a full photo background</a:t>
            </a:r>
          </a:p>
        </p:txBody>
      </p:sp>
      <p:sp>
        <p:nvSpPr>
          <p:cNvPr id="4" name="Slide Number Placeholder 3">
            <a:extLst>
              <a:ext uri="{FF2B5EF4-FFF2-40B4-BE49-F238E27FC236}">
                <a16:creationId xmlns:a16="http://schemas.microsoft.com/office/drawing/2014/main" id="{9D9EBDCC-AB2D-C443-24B4-0630BE8FD255}"/>
              </a:ext>
            </a:extLst>
          </p:cNvPr>
          <p:cNvSpPr>
            <a:spLocks noGrp="1"/>
          </p:cNvSpPr>
          <p:nvPr>
            <p:ph type="sldNum" sz="quarter" idx="5"/>
          </p:nvPr>
        </p:nvSpPr>
        <p:spPr/>
        <p:txBody>
          <a:bodyPr/>
          <a:lstStyle/>
          <a:p>
            <a:fld id="{78E4A049-8685-4352-9DC2-828F08FD542B}" type="slidenum">
              <a:rPr lang="en-US" smtClean="0"/>
              <a:pPr/>
              <a:t>30</a:t>
            </a:fld>
            <a:endParaRPr lang="en-US"/>
          </a:p>
        </p:txBody>
      </p:sp>
    </p:spTree>
    <p:extLst>
      <p:ext uri="{BB962C8B-B14F-4D97-AF65-F5344CB8AC3E}">
        <p14:creationId xmlns:p14="http://schemas.microsoft.com/office/powerpoint/2010/main" val="322265046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BC2D0595-5770-C96B-A9D1-4F753B181841}"/>
              </a:ext>
            </a:extLst>
          </p:cNvPr>
          <p:cNvSpPr>
            <a:spLocks noGrp="1"/>
          </p:cNvSpPr>
          <p:nvPr>
            <p:ph type="ctrTitle" hasCustomPrompt="1"/>
          </p:nvPr>
        </p:nvSpPr>
        <p:spPr>
          <a:xfrm>
            <a:off x="609600" y="2836309"/>
            <a:ext cx="9144000" cy="1524001"/>
          </a:xfrm>
        </p:spPr>
        <p:txBody>
          <a:bodyPr>
            <a:noAutofit/>
          </a:bodyPr>
          <a:lstStyle>
            <a:lvl1pPr>
              <a:lnSpc>
                <a:spcPts val="4200"/>
              </a:lnSpc>
              <a:defRPr sz="4000" b="1"/>
            </a:lvl1pPr>
          </a:lstStyle>
          <a:p>
            <a:r>
              <a:rPr lang="en-US" dirty="0"/>
              <a:t>Click to edit</a:t>
            </a:r>
            <a:br>
              <a:rPr lang="en-US" dirty="0"/>
            </a:br>
            <a:r>
              <a:rPr lang="en-US" dirty="0"/>
              <a:t>Master title style</a:t>
            </a:r>
          </a:p>
        </p:txBody>
      </p:sp>
      <p:sp>
        <p:nvSpPr>
          <p:cNvPr id="9" name="Subtitle 2">
            <a:extLst>
              <a:ext uri="{FF2B5EF4-FFF2-40B4-BE49-F238E27FC236}">
                <a16:creationId xmlns:a16="http://schemas.microsoft.com/office/drawing/2014/main" id="{CE14D3FB-B92A-0140-6727-1A2CFC21BC24}"/>
              </a:ext>
            </a:extLst>
          </p:cNvPr>
          <p:cNvSpPr>
            <a:spLocks noGrp="1"/>
          </p:cNvSpPr>
          <p:nvPr>
            <p:ph type="subTitle" idx="1"/>
          </p:nvPr>
        </p:nvSpPr>
        <p:spPr>
          <a:xfrm>
            <a:off x="609600" y="4591957"/>
            <a:ext cx="9144000" cy="990600"/>
          </a:xfrm>
        </p:spPr>
        <p:txBody>
          <a:bodyPr anchor="t" anchorCtr="0">
            <a:normAutofit/>
          </a:bodyPr>
          <a:lstStyle>
            <a:lvl1pPr marL="0" indent="0" algn="l">
              <a:buNone/>
              <a:defRPr sz="28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pic>
        <p:nvPicPr>
          <p:cNvPr id="11" name="Picture 10" descr="A red letter w on a black background&#10;&#10;Description automatically generated">
            <a:extLst>
              <a:ext uri="{FF2B5EF4-FFF2-40B4-BE49-F238E27FC236}">
                <a16:creationId xmlns:a16="http://schemas.microsoft.com/office/drawing/2014/main" id="{16AFF59A-392A-B90D-90C3-40ADAD4A640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078" y="990600"/>
            <a:ext cx="3393650" cy="1097280"/>
          </a:xfrm>
          <a:prstGeom prst="rect">
            <a:avLst/>
          </a:prstGeom>
        </p:spPr>
      </p:pic>
      <p:pic>
        <p:nvPicPr>
          <p:cNvPr id="12" name="Picture 11" descr="A grey logo with text&#10;&#10;Description automatically generated">
            <a:extLst>
              <a:ext uri="{FF2B5EF4-FFF2-40B4-BE49-F238E27FC236}">
                <a16:creationId xmlns:a16="http://schemas.microsoft.com/office/drawing/2014/main" id="{4C1E441D-3FAC-DA36-0F0B-FE18196D7950}"/>
              </a:ext>
            </a:extLst>
          </p:cNvPr>
          <p:cNvPicPr>
            <a:picLocks noChangeAspect="1"/>
          </p:cNvPicPr>
          <p:nvPr userDrawn="1"/>
        </p:nvPicPr>
        <p:blipFill rotWithShape="1">
          <a:blip r:embed="rId3" cstate="print">
            <a:alphaModFix amt="20000"/>
            <a:extLst>
              <a:ext uri="{28A0092B-C50C-407E-A947-70E740481C1C}">
                <a14:useLocalDpi xmlns:a14="http://schemas.microsoft.com/office/drawing/2010/main" val="0"/>
              </a:ext>
            </a:extLst>
          </a:blip>
          <a:srcRect r="10769" b="12037"/>
          <a:stretch/>
        </p:blipFill>
        <p:spPr>
          <a:xfrm>
            <a:off x="8112370" y="2836309"/>
            <a:ext cx="4079630" cy="4021691"/>
          </a:xfrm>
          <a:prstGeom prst="rect">
            <a:avLst/>
          </a:prstGeom>
        </p:spPr>
      </p:pic>
    </p:spTree>
  </p:cSld>
  <p:clrMapOvr>
    <a:masterClrMapping/>
  </p:clrMapOvr>
  <p:hf hdr="0" dt="0"/>
  <p:extLst>
    <p:ext uri="{DCECCB84-F9BA-43D5-87BE-67443E8EF086}">
      <p15:sldGuideLst xmlns:p15="http://schemas.microsoft.com/office/powerpoint/2012/main">
        <p15:guide id="1" pos="456"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Slide">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3FE98F50-F8E9-DD5D-F0F3-B177E05FE517}"/>
              </a:ext>
            </a:extLst>
          </p:cNvPr>
          <p:cNvSpPr/>
          <p:nvPr userDrawn="1"/>
        </p:nvSpPr>
        <p:spPr bwMode="auto">
          <a:xfrm>
            <a:off x="0" y="0"/>
            <a:ext cx="12192000" cy="1143000"/>
          </a:xfrm>
          <a:prstGeom prst="rect">
            <a:avLst/>
          </a:prstGeom>
          <a:solidFill>
            <a:srgbClr val="AB162B"/>
          </a:solidFill>
          <a:ln w="12700" cap="sq" algn="ctr">
            <a:noFill/>
            <a:miter lim="800000"/>
            <a:headEnd/>
            <a:tailEnd/>
          </a:ln>
          <a:effectLst/>
        </p:spPr>
        <p:txBody>
          <a:bodyPr wrap="none" rtlCol="0" anchor="ctr"/>
          <a:lstStyle/>
          <a:p>
            <a:pPr algn="ctr"/>
            <a:endParaRPr lang="en-US" sz="1600" dirty="0">
              <a:solidFill>
                <a:schemeClr val="bg1"/>
              </a:solidFill>
              <a:latin typeface="+mn-lt"/>
            </a:endParaRPr>
          </a:p>
        </p:txBody>
      </p:sp>
      <p:sp>
        <p:nvSpPr>
          <p:cNvPr id="15" name="Subtitle 2">
            <a:extLst>
              <a:ext uri="{FF2B5EF4-FFF2-40B4-BE49-F238E27FC236}">
                <a16:creationId xmlns:a16="http://schemas.microsoft.com/office/drawing/2014/main" id="{5CB2D455-4055-7480-CBDA-FD85C71EBDFE}"/>
              </a:ext>
            </a:extLst>
          </p:cNvPr>
          <p:cNvSpPr>
            <a:spLocks noGrp="1"/>
          </p:cNvSpPr>
          <p:nvPr>
            <p:ph type="subTitle" idx="1"/>
          </p:nvPr>
        </p:nvSpPr>
        <p:spPr>
          <a:xfrm>
            <a:off x="609600" y="4024064"/>
            <a:ext cx="9144000" cy="990600"/>
          </a:xfrm>
        </p:spPr>
        <p:txBody>
          <a:bodyPr anchor="t" anchorCtr="0">
            <a:normAutofit/>
          </a:bodyPr>
          <a:lstStyle>
            <a:lvl1pPr marL="0" indent="0" algn="l">
              <a:buNone/>
              <a:defRPr sz="28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16" name="Title 1">
            <a:extLst>
              <a:ext uri="{FF2B5EF4-FFF2-40B4-BE49-F238E27FC236}">
                <a16:creationId xmlns:a16="http://schemas.microsoft.com/office/drawing/2014/main" id="{B1045F49-C082-20D9-8199-F2BED577C03E}"/>
              </a:ext>
            </a:extLst>
          </p:cNvPr>
          <p:cNvSpPr>
            <a:spLocks noGrp="1"/>
          </p:cNvSpPr>
          <p:nvPr>
            <p:ph type="ctrTitle"/>
          </p:nvPr>
        </p:nvSpPr>
        <p:spPr>
          <a:xfrm>
            <a:off x="609600" y="2268416"/>
            <a:ext cx="9144000" cy="1524001"/>
          </a:xfrm>
        </p:spPr>
        <p:txBody>
          <a:bodyPr>
            <a:noAutofit/>
          </a:bodyPr>
          <a:lstStyle>
            <a:lvl1pPr>
              <a:lnSpc>
                <a:spcPts val="4200"/>
              </a:lnSpc>
              <a:defRPr sz="4000" b="1"/>
            </a:lvl1pPr>
          </a:lstStyle>
          <a:p>
            <a:r>
              <a:rPr lang="en-US" dirty="0"/>
              <a:t>Click to edit Master title style</a:t>
            </a:r>
          </a:p>
        </p:txBody>
      </p:sp>
      <p:sp>
        <p:nvSpPr>
          <p:cNvPr id="17" name="TextBox 16">
            <a:extLst>
              <a:ext uri="{FF2B5EF4-FFF2-40B4-BE49-F238E27FC236}">
                <a16:creationId xmlns:a16="http://schemas.microsoft.com/office/drawing/2014/main" id="{04792277-BE88-7783-1DD4-5085D63F96DC}"/>
              </a:ext>
            </a:extLst>
          </p:cNvPr>
          <p:cNvSpPr txBox="1"/>
          <p:nvPr userDrawn="1"/>
        </p:nvSpPr>
        <p:spPr>
          <a:xfrm>
            <a:off x="-433137" y="4360244"/>
            <a:ext cx="0" cy="0"/>
          </a:xfrm>
          <a:prstGeom prst="rect">
            <a:avLst/>
          </a:prstGeom>
          <a:noFill/>
        </p:spPr>
        <p:txBody>
          <a:bodyPr wrap="none" rtlCol="0">
            <a:noAutofit/>
          </a:bodyPr>
          <a:lstStyle/>
          <a:p>
            <a:pPr algn="ctr"/>
            <a:endParaRPr lang="en-US" sz="1600" dirty="0" err="1"/>
          </a:p>
        </p:txBody>
      </p:sp>
      <p:pic>
        <p:nvPicPr>
          <p:cNvPr id="18" name="Picture 17" descr="A grey logo with text&#10;&#10;Description automatically generated">
            <a:extLst>
              <a:ext uri="{FF2B5EF4-FFF2-40B4-BE49-F238E27FC236}">
                <a16:creationId xmlns:a16="http://schemas.microsoft.com/office/drawing/2014/main" id="{5376143C-E399-5AFE-BF3E-718BB884008D}"/>
              </a:ext>
            </a:extLst>
          </p:cNvPr>
          <p:cNvPicPr>
            <a:picLocks noChangeAspect="1"/>
          </p:cNvPicPr>
          <p:nvPr userDrawn="1"/>
        </p:nvPicPr>
        <p:blipFill rotWithShape="1">
          <a:blip r:embed="rId2" cstate="print">
            <a:alphaModFix amt="20000"/>
            <a:extLst>
              <a:ext uri="{28A0092B-C50C-407E-A947-70E740481C1C}">
                <a14:useLocalDpi xmlns:a14="http://schemas.microsoft.com/office/drawing/2010/main" val="0"/>
              </a:ext>
            </a:extLst>
          </a:blip>
          <a:srcRect r="10769" b="12037"/>
          <a:stretch/>
        </p:blipFill>
        <p:spPr>
          <a:xfrm>
            <a:off x="8112370" y="2836309"/>
            <a:ext cx="4079630" cy="4021691"/>
          </a:xfrm>
          <a:prstGeom prst="rect">
            <a:avLst/>
          </a:prstGeom>
        </p:spPr>
      </p:pic>
    </p:spTree>
    <p:extLst>
      <p:ext uri="{BB962C8B-B14F-4D97-AF65-F5344CB8AC3E}">
        <p14:creationId xmlns:p14="http://schemas.microsoft.com/office/powerpoint/2010/main" val="2237983437"/>
      </p:ext>
    </p:extLst>
  </p:cSld>
  <p:clrMapOvr>
    <a:masterClrMapping/>
  </p:clrMapOvr>
  <p:hf hdr="0" dt="0"/>
  <p:extLst>
    <p:ext uri="{DCECCB84-F9BA-43D5-87BE-67443E8EF086}">
      <p15:sldGuideLst xmlns:p15="http://schemas.microsoft.com/office/powerpoint/2012/main">
        <p15:guide id="1" pos="456"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13" name="Rectangle 13"/>
          <p:cNvSpPr>
            <a:spLocks noGrp="1"/>
          </p:cNvSpPr>
          <p:nvPr>
            <p:ph type="title"/>
          </p:nvPr>
        </p:nvSpPr>
        <p:spPr/>
        <p:txBody>
          <a:bodyPr anchor="b" anchorCtr="0"/>
          <a:lstStyle/>
          <a:p>
            <a:r>
              <a:rPr lang="en-US" noProof="1"/>
              <a:t>Click to edit Master title style</a:t>
            </a:r>
            <a:endParaRPr lang="en-US"/>
          </a:p>
        </p:txBody>
      </p:sp>
      <p:sp>
        <p:nvSpPr>
          <p:cNvPr id="14" name="Rectangle 6"/>
          <p:cNvSpPr>
            <a:spLocks noGrp="1"/>
          </p:cNvSpPr>
          <p:nvPr>
            <p:ph idx="1"/>
          </p:nvPr>
        </p:nvSpPr>
        <p:spPr>
          <a:xfrm>
            <a:off x="609600" y="1524000"/>
            <a:ext cx="10972800" cy="4648200"/>
          </a:xfrm>
        </p:spPr>
        <p:txBody>
          <a:bodyPr/>
          <a:lstStyle>
            <a:lvl1pPr>
              <a:buClr>
                <a:srgbClr val="C4122F"/>
              </a:buClr>
              <a:defRPr/>
            </a:lvl1pPr>
            <a:lvl2pPr>
              <a:buClr>
                <a:srgbClr val="C4122F"/>
              </a:buClr>
              <a:defRPr/>
            </a:lvl2pPr>
            <a:lvl3pPr>
              <a:buClr>
                <a:srgbClr val="C4122F"/>
              </a:buClr>
              <a:defRPr/>
            </a:lvl3pPr>
            <a:lvl4pPr>
              <a:buClr>
                <a:srgbClr val="C4122F"/>
              </a:buClr>
              <a:defRPr/>
            </a:lvl4pPr>
            <a:lvl5pPr>
              <a:buClr>
                <a:srgbClr val="C4122F"/>
              </a:buClr>
              <a:defRPr/>
            </a:lvl5pPr>
          </a:lstStyle>
          <a:p>
            <a:pPr lvl="0"/>
            <a:r>
              <a:rPr lang="en-US" noProof="1"/>
              <a:t>Click to edit Master text styles</a:t>
            </a:r>
          </a:p>
          <a:p>
            <a:pPr lvl="1"/>
            <a:r>
              <a:rPr lang="en-US" noProof="1"/>
              <a:t>Second level</a:t>
            </a:r>
          </a:p>
          <a:p>
            <a:pPr lvl="2"/>
            <a:r>
              <a:rPr lang="en-US" noProof="1"/>
              <a:t>Third level</a:t>
            </a:r>
          </a:p>
          <a:p>
            <a:pPr lvl="3"/>
            <a:r>
              <a:rPr lang="en-US" noProof="1"/>
              <a:t>Fourth level</a:t>
            </a:r>
          </a:p>
          <a:p>
            <a:pPr lvl="4"/>
            <a:r>
              <a:rPr lang="en-US" noProof="1"/>
              <a:t>Fifth level</a:t>
            </a:r>
            <a:endParaRPr lang="en-US" dirty="0"/>
          </a:p>
        </p:txBody>
      </p:sp>
    </p:spTree>
    <p:extLst>
      <p:ext uri="{BB962C8B-B14F-4D97-AF65-F5344CB8AC3E}">
        <p14:creationId xmlns:p14="http://schemas.microsoft.com/office/powerpoint/2010/main" val="4115709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13" name="Rectangle 13"/>
          <p:cNvSpPr>
            <a:spLocks noGrp="1"/>
          </p:cNvSpPr>
          <p:nvPr>
            <p:ph type="title"/>
          </p:nvPr>
        </p:nvSpPr>
        <p:spPr/>
        <p:txBody>
          <a:bodyPr anchor="b" anchorCtr="0"/>
          <a:lstStyle/>
          <a:p>
            <a:r>
              <a:rPr lang="en-US" noProof="1"/>
              <a:t>Click to edit Master title style</a:t>
            </a:r>
            <a:endParaRPr lang="en-US"/>
          </a:p>
        </p:txBody>
      </p:sp>
      <p:sp>
        <p:nvSpPr>
          <p:cNvPr id="14" name="Rectangle 6"/>
          <p:cNvSpPr>
            <a:spLocks noGrp="1"/>
          </p:cNvSpPr>
          <p:nvPr>
            <p:ph idx="1"/>
          </p:nvPr>
        </p:nvSpPr>
        <p:spPr>
          <a:xfrm>
            <a:off x="609600" y="1795464"/>
            <a:ext cx="3491097" cy="4189412"/>
          </a:xfrm>
        </p:spPr>
        <p:txBody>
          <a:bodyPr anchor="ctr" anchorCtr="0"/>
          <a:lstStyle>
            <a:lvl1pPr>
              <a:buClr>
                <a:srgbClr val="C4122F"/>
              </a:buClr>
              <a:defRPr/>
            </a:lvl1pPr>
            <a:lvl2pPr>
              <a:buClr>
                <a:srgbClr val="C4122F"/>
              </a:buClr>
              <a:defRPr/>
            </a:lvl2pPr>
            <a:lvl3pPr>
              <a:buClr>
                <a:srgbClr val="C4122F"/>
              </a:buClr>
              <a:defRPr/>
            </a:lvl3pPr>
            <a:lvl4pPr>
              <a:buClr>
                <a:srgbClr val="C4122F"/>
              </a:buClr>
              <a:defRPr/>
            </a:lvl4pPr>
            <a:lvl5pPr>
              <a:buClr>
                <a:srgbClr val="C4122F"/>
              </a:buClr>
              <a:defRPr/>
            </a:lvl5pPr>
          </a:lstStyle>
          <a:p>
            <a:pPr lvl="0"/>
            <a:r>
              <a:rPr lang="en-US" noProof="1"/>
              <a:t>Click to edit Master text styles</a:t>
            </a:r>
          </a:p>
          <a:p>
            <a:pPr lvl="1"/>
            <a:r>
              <a:rPr lang="en-US" noProof="1"/>
              <a:t>Second level</a:t>
            </a:r>
          </a:p>
          <a:p>
            <a:pPr lvl="2"/>
            <a:r>
              <a:rPr lang="en-US" noProof="1"/>
              <a:t>Third level</a:t>
            </a:r>
          </a:p>
          <a:p>
            <a:pPr lvl="3"/>
            <a:r>
              <a:rPr lang="en-US" noProof="1"/>
              <a:t>Fourth level</a:t>
            </a:r>
          </a:p>
          <a:p>
            <a:pPr lvl="4"/>
            <a:r>
              <a:rPr lang="en-US" noProof="1"/>
              <a:t>Fifth level</a:t>
            </a:r>
            <a:endParaRPr lang="en-US" dirty="0"/>
          </a:p>
        </p:txBody>
      </p:sp>
      <p:sp>
        <p:nvSpPr>
          <p:cNvPr id="19" name="Picture Placeholder 11">
            <a:extLst>
              <a:ext uri="{FF2B5EF4-FFF2-40B4-BE49-F238E27FC236}">
                <a16:creationId xmlns:a16="http://schemas.microsoft.com/office/drawing/2014/main" id="{951C2A1F-7537-C4F1-6B37-08D509AD72E4}"/>
              </a:ext>
            </a:extLst>
          </p:cNvPr>
          <p:cNvSpPr>
            <a:spLocks noGrp="1"/>
          </p:cNvSpPr>
          <p:nvPr>
            <p:ph type="pic" sz="quarter" idx="10"/>
          </p:nvPr>
        </p:nvSpPr>
        <p:spPr>
          <a:xfrm>
            <a:off x="4263325" y="1799550"/>
            <a:ext cx="3578225" cy="2012950"/>
          </a:xfrm>
        </p:spPr>
        <p:txBody>
          <a:bodyPr/>
          <a:lstStyle/>
          <a:p>
            <a:endParaRPr lang="en-US"/>
          </a:p>
        </p:txBody>
      </p:sp>
      <p:sp>
        <p:nvSpPr>
          <p:cNvPr id="20" name="Picture Placeholder 11">
            <a:extLst>
              <a:ext uri="{FF2B5EF4-FFF2-40B4-BE49-F238E27FC236}">
                <a16:creationId xmlns:a16="http://schemas.microsoft.com/office/drawing/2014/main" id="{92441D67-6FBE-E495-29AB-89B669EEECE6}"/>
              </a:ext>
            </a:extLst>
          </p:cNvPr>
          <p:cNvSpPr>
            <a:spLocks noGrp="1"/>
          </p:cNvSpPr>
          <p:nvPr>
            <p:ph type="pic" sz="quarter" idx="11"/>
          </p:nvPr>
        </p:nvSpPr>
        <p:spPr>
          <a:xfrm>
            <a:off x="4263322" y="3975484"/>
            <a:ext cx="3578225" cy="2012950"/>
          </a:xfrm>
        </p:spPr>
        <p:txBody>
          <a:bodyPr/>
          <a:lstStyle/>
          <a:p>
            <a:endParaRPr lang="en-US"/>
          </a:p>
        </p:txBody>
      </p:sp>
      <p:sp>
        <p:nvSpPr>
          <p:cNvPr id="21" name="Picture Placeholder 11">
            <a:extLst>
              <a:ext uri="{FF2B5EF4-FFF2-40B4-BE49-F238E27FC236}">
                <a16:creationId xmlns:a16="http://schemas.microsoft.com/office/drawing/2014/main" id="{EF4467BA-E9BA-5857-EAD9-76EDE888A9BB}"/>
              </a:ext>
            </a:extLst>
          </p:cNvPr>
          <p:cNvSpPr>
            <a:spLocks noGrp="1"/>
          </p:cNvSpPr>
          <p:nvPr>
            <p:ph type="pic" sz="quarter" idx="12"/>
          </p:nvPr>
        </p:nvSpPr>
        <p:spPr>
          <a:xfrm>
            <a:off x="8004175" y="1795464"/>
            <a:ext cx="3578225" cy="2012950"/>
          </a:xfrm>
        </p:spPr>
        <p:txBody>
          <a:bodyPr/>
          <a:lstStyle/>
          <a:p>
            <a:endParaRPr lang="en-US"/>
          </a:p>
        </p:txBody>
      </p:sp>
      <p:sp>
        <p:nvSpPr>
          <p:cNvPr id="22" name="Picture Placeholder 11">
            <a:extLst>
              <a:ext uri="{FF2B5EF4-FFF2-40B4-BE49-F238E27FC236}">
                <a16:creationId xmlns:a16="http://schemas.microsoft.com/office/drawing/2014/main" id="{EEE304F3-E1CB-FB4B-9A38-A4949DB383CE}"/>
              </a:ext>
            </a:extLst>
          </p:cNvPr>
          <p:cNvSpPr>
            <a:spLocks noGrp="1"/>
          </p:cNvSpPr>
          <p:nvPr>
            <p:ph type="pic" sz="quarter" idx="13"/>
          </p:nvPr>
        </p:nvSpPr>
        <p:spPr>
          <a:xfrm>
            <a:off x="8004172" y="3971398"/>
            <a:ext cx="3578225" cy="2012950"/>
          </a:xfrm>
        </p:spPr>
        <p:txBody>
          <a:bodyPr/>
          <a:lstStyle/>
          <a:p>
            <a:endParaRPr lang="en-US"/>
          </a:p>
        </p:txBody>
      </p:sp>
    </p:spTree>
    <p:extLst>
      <p:ext uri="{BB962C8B-B14F-4D97-AF65-F5344CB8AC3E}">
        <p14:creationId xmlns:p14="http://schemas.microsoft.com/office/powerpoint/2010/main" val="42051455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Title and Content">
    <p:spTree>
      <p:nvGrpSpPr>
        <p:cNvPr id="1" name=""/>
        <p:cNvGrpSpPr/>
        <p:nvPr/>
      </p:nvGrpSpPr>
      <p:grpSpPr>
        <a:xfrm>
          <a:off x="0" y="0"/>
          <a:ext cx="0" cy="0"/>
          <a:chOff x="0" y="0"/>
          <a:chExt cx="0" cy="0"/>
        </a:xfrm>
      </p:grpSpPr>
      <p:sp>
        <p:nvSpPr>
          <p:cNvPr id="13" name="Rectangle 13"/>
          <p:cNvSpPr>
            <a:spLocks noGrp="1"/>
          </p:cNvSpPr>
          <p:nvPr>
            <p:ph type="title"/>
          </p:nvPr>
        </p:nvSpPr>
        <p:spPr>
          <a:xfrm>
            <a:off x="609600" y="351367"/>
            <a:ext cx="10972800" cy="800100"/>
          </a:xfrm>
        </p:spPr>
        <p:txBody>
          <a:bodyPr anchor="b" anchorCtr="0"/>
          <a:lstStyle/>
          <a:p>
            <a:r>
              <a:rPr lang="en-US" noProof="1"/>
              <a:t>Click to edit Master title style</a:t>
            </a:r>
            <a:endParaRPr lang="en-US"/>
          </a:p>
        </p:txBody>
      </p:sp>
      <p:sp>
        <p:nvSpPr>
          <p:cNvPr id="14" name="Rectangle 6"/>
          <p:cNvSpPr>
            <a:spLocks noGrp="1"/>
          </p:cNvSpPr>
          <p:nvPr>
            <p:ph idx="1"/>
          </p:nvPr>
        </p:nvSpPr>
        <p:spPr>
          <a:xfrm>
            <a:off x="8091303" y="1795464"/>
            <a:ext cx="3491097" cy="4189412"/>
          </a:xfrm>
        </p:spPr>
        <p:txBody>
          <a:bodyPr anchor="ctr" anchorCtr="0"/>
          <a:lstStyle>
            <a:lvl1pPr>
              <a:buClr>
                <a:srgbClr val="C4122F"/>
              </a:buClr>
              <a:defRPr/>
            </a:lvl1pPr>
            <a:lvl2pPr>
              <a:buClr>
                <a:srgbClr val="C4122F"/>
              </a:buClr>
              <a:defRPr/>
            </a:lvl2pPr>
            <a:lvl3pPr>
              <a:buClr>
                <a:srgbClr val="C4122F"/>
              </a:buClr>
              <a:defRPr/>
            </a:lvl3pPr>
            <a:lvl4pPr>
              <a:buClr>
                <a:srgbClr val="C4122F"/>
              </a:buClr>
              <a:defRPr/>
            </a:lvl4pPr>
            <a:lvl5pPr>
              <a:buClr>
                <a:srgbClr val="C4122F"/>
              </a:buClr>
              <a:defRPr/>
            </a:lvl5pPr>
          </a:lstStyle>
          <a:p>
            <a:pPr lvl="0"/>
            <a:r>
              <a:rPr lang="en-US" noProof="1"/>
              <a:t>Click to edit Master text styles</a:t>
            </a:r>
          </a:p>
          <a:p>
            <a:pPr lvl="1"/>
            <a:r>
              <a:rPr lang="en-US" noProof="1"/>
              <a:t>Second level</a:t>
            </a:r>
          </a:p>
          <a:p>
            <a:pPr lvl="2"/>
            <a:r>
              <a:rPr lang="en-US" noProof="1"/>
              <a:t>Third level</a:t>
            </a:r>
          </a:p>
          <a:p>
            <a:pPr lvl="3"/>
            <a:r>
              <a:rPr lang="en-US" noProof="1"/>
              <a:t>Fourth level</a:t>
            </a:r>
          </a:p>
          <a:p>
            <a:pPr lvl="4"/>
            <a:r>
              <a:rPr lang="en-US" noProof="1"/>
              <a:t>Fifth level</a:t>
            </a:r>
            <a:endParaRPr lang="en-US" dirty="0"/>
          </a:p>
        </p:txBody>
      </p:sp>
      <p:sp>
        <p:nvSpPr>
          <p:cNvPr id="19" name="Picture Placeholder 11">
            <a:extLst>
              <a:ext uri="{FF2B5EF4-FFF2-40B4-BE49-F238E27FC236}">
                <a16:creationId xmlns:a16="http://schemas.microsoft.com/office/drawing/2014/main" id="{951C2A1F-7537-C4F1-6B37-08D509AD72E4}"/>
              </a:ext>
            </a:extLst>
          </p:cNvPr>
          <p:cNvSpPr>
            <a:spLocks noGrp="1"/>
          </p:cNvSpPr>
          <p:nvPr>
            <p:ph type="pic" sz="quarter" idx="10"/>
          </p:nvPr>
        </p:nvSpPr>
        <p:spPr>
          <a:xfrm>
            <a:off x="609603" y="1799550"/>
            <a:ext cx="3578225" cy="2012950"/>
          </a:xfrm>
        </p:spPr>
        <p:txBody>
          <a:bodyPr/>
          <a:lstStyle/>
          <a:p>
            <a:endParaRPr lang="en-US"/>
          </a:p>
        </p:txBody>
      </p:sp>
      <p:sp>
        <p:nvSpPr>
          <p:cNvPr id="20" name="Picture Placeholder 11">
            <a:extLst>
              <a:ext uri="{FF2B5EF4-FFF2-40B4-BE49-F238E27FC236}">
                <a16:creationId xmlns:a16="http://schemas.microsoft.com/office/drawing/2014/main" id="{92441D67-6FBE-E495-29AB-89B669EEECE6}"/>
              </a:ext>
            </a:extLst>
          </p:cNvPr>
          <p:cNvSpPr>
            <a:spLocks noGrp="1"/>
          </p:cNvSpPr>
          <p:nvPr>
            <p:ph type="pic" sz="quarter" idx="11"/>
          </p:nvPr>
        </p:nvSpPr>
        <p:spPr>
          <a:xfrm>
            <a:off x="609600" y="3975484"/>
            <a:ext cx="3578225" cy="2012950"/>
          </a:xfrm>
        </p:spPr>
        <p:txBody>
          <a:bodyPr/>
          <a:lstStyle/>
          <a:p>
            <a:endParaRPr lang="en-US"/>
          </a:p>
        </p:txBody>
      </p:sp>
      <p:sp>
        <p:nvSpPr>
          <p:cNvPr id="21" name="Picture Placeholder 11">
            <a:extLst>
              <a:ext uri="{FF2B5EF4-FFF2-40B4-BE49-F238E27FC236}">
                <a16:creationId xmlns:a16="http://schemas.microsoft.com/office/drawing/2014/main" id="{EF4467BA-E9BA-5857-EAD9-76EDE888A9BB}"/>
              </a:ext>
            </a:extLst>
          </p:cNvPr>
          <p:cNvSpPr>
            <a:spLocks noGrp="1"/>
          </p:cNvSpPr>
          <p:nvPr>
            <p:ph type="pic" sz="quarter" idx="12"/>
          </p:nvPr>
        </p:nvSpPr>
        <p:spPr>
          <a:xfrm>
            <a:off x="4350453" y="1795464"/>
            <a:ext cx="3578225" cy="2012950"/>
          </a:xfrm>
        </p:spPr>
        <p:txBody>
          <a:bodyPr/>
          <a:lstStyle/>
          <a:p>
            <a:endParaRPr lang="en-US"/>
          </a:p>
        </p:txBody>
      </p:sp>
      <p:sp>
        <p:nvSpPr>
          <p:cNvPr id="22" name="Picture Placeholder 11">
            <a:extLst>
              <a:ext uri="{FF2B5EF4-FFF2-40B4-BE49-F238E27FC236}">
                <a16:creationId xmlns:a16="http://schemas.microsoft.com/office/drawing/2014/main" id="{EEE304F3-E1CB-FB4B-9A38-A4949DB383CE}"/>
              </a:ext>
            </a:extLst>
          </p:cNvPr>
          <p:cNvSpPr>
            <a:spLocks noGrp="1"/>
          </p:cNvSpPr>
          <p:nvPr>
            <p:ph type="pic" sz="quarter" idx="13"/>
          </p:nvPr>
        </p:nvSpPr>
        <p:spPr>
          <a:xfrm>
            <a:off x="4350450" y="3971398"/>
            <a:ext cx="3578225" cy="2012950"/>
          </a:xfrm>
        </p:spPr>
        <p:txBody>
          <a:bodyPr/>
          <a:lstStyle/>
          <a:p>
            <a:endParaRPr lang="en-US"/>
          </a:p>
        </p:txBody>
      </p:sp>
    </p:spTree>
    <p:extLst>
      <p:ext uri="{BB962C8B-B14F-4D97-AF65-F5344CB8AC3E}">
        <p14:creationId xmlns:p14="http://schemas.microsoft.com/office/powerpoint/2010/main" val="40767998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and Content">
    <p:spTree>
      <p:nvGrpSpPr>
        <p:cNvPr id="1" name=""/>
        <p:cNvGrpSpPr/>
        <p:nvPr/>
      </p:nvGrpSpPr>
      <p:grpSpPr>
        <a:xfrm>
          <a:off x="0" y="0"/>
          <a:ext cx="0" cy="0"/>
          <a:chOff x="0" y="0"/>
          <a:chExt cx="0" cy="0"/>
        </a:xfrm>
      </p:grpSpPr>
      <p:sp>
        <p:nvSpPr>
          <p:cNvPr id="13" name="Rectangle 13"/>
          <p:cNvSpPr>
            <a:spLocks noGrp="1"/>
          </p:cNvSpPr>
          <p:nvPr>
            <p:ph type="title"/>
          </p:nvPr>
        </p:nvSpPr>
        <p:spPr/>
        <p:txBody>
          <a:bodyPr anchor="b" anchorCtr="0"/>
          <a:lstStyle/>
          <a:p>
            <a:r>
              <a:rPr lang="en-US" noProof="1"/>
              <a:t>Click to edit Master title style</a:t>
            </a:r>
            <a:endParaRPr lang="en-US"/>
          </a:p>
        </p:txBody>
      </p:sp>
      <p:sp>
        <p:nvSpPr>
          <p:cNvPr id="14" name="Rectangle 6"/>
          <p:cNvSpPr>
            <a:spLocks noGrp="1"/>
          </p:cNvSpPr>
          <p:nvPr>
            <p:ph idx="1"/>
          </p:nvPr>
        </p:nvSpPr>
        <p:spPr>
          <a:xfrm>
            <a:off x="609600" y="1795464"/>
            <a:ext cx="4141304" cy="4189412"/>
          </a:xfrm>
        </p:spPr>
        <p:txBody>
          <a:bodyPr anchor="ctr" anchorCtr="0"/>
          <a:lstStyle>
            <a:lvl1pPr>
              <a:buClr>
                <a:srgbClr val="C4122F"/>
              </a:buClr>
              <a:defRPr/>
            </a:lvl1pPr>
            <a:lvl2pPr>
              <a:buClr>
                <a:srgbClr val="C4122F"/>
              </a:buClr>
              <a:defRPr/>
            </a:lvl2pPr>
            <a:lvl3pPr>
              <a:buClr>
                <a:srgbClr val="C4122F"/>
              </a:buClr>
              <a:defRPr/>
            </a:lvl3pPr>
            <a:lvl4pPr>
              <a:buClr>
                <a:srgbClr val="C4122F"/>
              </a:buClr>
              <a:defRPr/>
            </a:lvl4pPr>
            <a:lvl5pPr>
              <a:buClr>
                <a:srgbClr val="C4122F"/>
              </a:buClr>
              <a:defRPr/>
            </a:lvl5pPr>
          </a:lstStyle>
          <a:p>
            <a:pPr lvl="0"/>
            <a:r>
              <a:rPr lang="en-US" noProof="1"/>
              <a:t>Click to edit Master text styles</a:t>
            </a:r>
          </a:p>
          <a:p>
            <a:pPr lvl="1"/>
            <a:r>
              <a:rPr lang="en-US" noProof="1"/>
              <a:t>Second level</a:t>
            </a:r>
          </a:p>
          <a:p>
            <a:pPr lvl="2"/>
            <a:r>
              <a:rPr lang="en-US" noProof="1"/>
              <a:t>Third level</a:t>
            </a:r>
          </a:p>
          <a:p>
            <a:pPr lvl="3"/>
            <a:r>
              <a:rPr lang="en-US" noProof="1"/>
              <a:t>Fourth level</a:t>
            </a:r>
          </a:p>
          <a:p>
            <a:pPr lvl="4"/>
            <a:r>
              <a:rPr lang="en-US" noProof="1"/>
              <a:t>Fifth level</a:t>
            </a:r>
            <a:endParaRPr lang="en-US" dirty="0"/>
          </a:p>
        </p:txBody>
      </p:sp>
      <p:sp>
        <p:nvSpPr>
          <p:cNvPr id="6" name="Picture Placeholder 4">
            <a:extLst>
              <a:ext uri="{FF2B5EF4-FFF2-40B4-BE49-F238E27FC236}">
                <a16:creationId xmlns:a16="http://schemas.microsoft.com/office/drawing/2014/main" id="{47B081FF-3E29-3D08-F3F2-FAADD0528EAA}"/>
              </a:ext>
            </a:extLst>
          </p:cNvPr>
          <p:cNvSpPr>
            <a:spLocks noGrp="1"/>
          </p:cNvSpPr>
          <p:nvPr>
            <p:ph type="pic" sz="quarter" idx="10"/>
          </p:nvPr>
        </p:nvSpPr>
        <p:spPr>
          <a:xfrm>
            <a:off x="5119688" y="1795463"/>
            <a:ext cx="6462712" cy="4189412"/>
          </a:xfrm>
        </p:spPr>
        <p:txBody>
          <a:bodyPr/>
          <a:lstStyle/>
          <a:p>
            <a:endParaRPr lang="en-US"/>
          </a:p>
        </p:txBody>
      </p:sp>
    </p:spTree>
    <p:extLst>
      <p:ext uri="{BB962C8B-B14F-4D97-AF65-F5344CB8AC3E}">
        <p14:creationId xmlns:p14="http://schemas.microsoft.com/office/powerpoint/2010/main" val="3940525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_Title and Content">
    <p:spTree>
      <p:nvGrpSpPr>
        <p:cNvPr id="1" name=""/>
        <p:cNvGrpSpPr/>
        <p:nvPr/>
      </p:nvGrpSpPr>
      <p:grpSpPr>
        <a:xfrm>
          <a:off x="0" y="0"/>
          <a:ext cx="0" cy="0"/>
          <a:chOff x="0" y="0"/>
          <a:chExt cx="0" cy="0"/>
        </a:xfrm>
      </p:grpSpPr>
      <p:sp>
        <p:nvSpPr>
          <p:cNvPr id="13" name="Rectangle 13"/>
          <p:cNvSpPr>
            <a:spLocks noGrp="1"/>
          </p:cNvSpPr>
          <p:nvPr>
            <p:ph type="title"/>
          </p:nvPr>
        </p:nvSpPr>
        <p:spPr/>
        <p:txBody>
          <a:bodyPr anchor="b" anchorCtr="0"/>
          <a:lstStyle/>
          <a:p>
            <a:r>
              <a:rPr lang="en-US" noProof="1"/>
              <a:t>Click to edit Master title style</a:t>
            </a:r>
            <a:endParaRPr lang="en-US"/>
          </a:p>
        </p:txBody>
      </p:sp>
      <p:sp>
        <p:nvSpPr>
          <p:cNvPr id="14" name="Rectangle 6"/>
          <p:cNvSpPr>
            <a:spLocks noGrp="1"/>
          </p:cNvSpPr>
          <p:nvPr>
            <p:ph idx="1"/>
          </p:nvPr>
        </p:nvSpPr>
        <p:spPr>
          <a:xfrm>
            <a:off x="609600" y="1795464"/>
            <a:ext cx="4141304" cy="4189412"/>
          </a:xfrm>
        </p:spPr>
        <p:txBody>
          <a:bodyPr anchor="ctr" anchorCtr="0"/>
          <a:lstStyle>
            <a:lvl1pPr>
              <a:buClr>
                <a:srgbClr val="C4122F"/>
              </a:buClr>
              <a:defRPr/>
            </a:lvl1pPr>
            <a:lvl2pPr>
              <a:buClr>
                <a:srgbClr val="C4122F"/>
              </a:buClr>
              <a:defRPr/>
            </a:lvl2pPr>
            <a:lvl3pPr>
              <a:buClr>
                <a:srgbClr val="C4122F"/>
              </a:buClr>
              <a:defRPr/>
            </a:lvl3pPr>
            <a:lvl4pPr>
              <a:buClr>
                <a:srgbClr val="C4122F"/>
              </a:buClr>
              <a:defRPr/>
            </a:lvl4pPr>
            <a:lvl5pPr>
              <a:buClr>
                <a:srgbClr val="C4122F"/>
              </a:buClr>
              <a:defRPr/>
            </a:lvl5pPr>
          </a:lstStyle>
          <a:p>
            <a:pPr lvl="0"/>
            <a:r>
              <a:rPr lang="en-US" noProof="1"/>
              <a:t>Click to edit Master text styles</a:t>
            </a:r>
          </a:p>
          <a:p>
            <a:pPr lvl="1"/>
            <a:r>
              <a:rPr lang="en-US" noProof="1"/>
              <a:t>Second level</a:t>
            </a:r>
          </a:p>
          <a:p>
            <a:pPr lvl="2"/>
            <a:r>
              <a:rPr lang="en-US" noProof="1"/>
              <a:t>Third level</a:t>
            </a:r>
          </a:p>
          <a:p>
            <a:pPr lvl="3"/>
            <a:r>
              <a:rPr lang="en-US" noProof="1"/>
              <a:t>Fourth level</a:t>
            </a:r>
          </a:p>
          <a:p>
            <a:pPr lvl="4"/>
            <a:r>
              <a:rPr lang="en-US" noProof="1"/>
              <a:t>Fifth level</a:t>
            </a:r>
            <a:endParaRPr lang="en-US" dirty="0"/>
          </a:p>
        </p:txBody>
      </p:sp>
      <p:sp>
        <p:nvSpPr>
          <p:cNvPr id="4" name="Chart Placeholder 2">
            <a:extLst>
              <a:ext uri="{FF2B5EF4-FFF2-40B4-BE49-F238E27FC236}">
                <a16:creationId xmlns:a16="http://schemas.microsoft.com/office/drawing/2014/main" id="{6A0E3AFB-EF36-B596-ECF7-DB02E81A9E3B}"/>
              </a:ext>
            </a:extLst>
          </p:cNvPr>
          <p:cNvSpPr>
            <a:spLocks noGrp="1"/>
          </p:cNvSpPr>
          <p:nvPr>
            <p:ph type="chart" sz="quarter" idx="11"/>
          </p:nvPr>
        </p:nvSpPr>
        <p:spPr>
          <a:xfrm>
            <a:off x="5119688" y="1795463"/>
            <a:ext cx="6462712" cy="4189412"/>
          </a:xfrm>
        </p:spPr>
        <p:txBody>
          <a:bodyPr/>
          <a:lstStyle/>
          <a:p>
            <a:endParaRPr lang="en-US"/>
          </a:p>
        </p:txBody>
      </p:sp>
    </p:spTree>
    <p:extLst>
      <p:ext uri="{BB962C8B-B14F-4D97-AF65-F5344CB8AC3E}">
        <p14:creationId xmlns:p14="http://schemas.microsoft.com/office/powerpoint/2010/main" val="1928881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13" name="Rectangle 13"/>
          <p:cNvSpPr>
            <a:spLocks noGrp="1"/>
          </p:cNvSpPr>
          <p:nvPr>
            <p:ph type="title"/>
          </p:nvPr>
        </p:nvSpPr>
        <p:spPr/>
        <p:txBody>
          <a:bodyPr anchor="b" anchorCtr="0"/>
          <a:lstStyle/>
          <a:p>
            <a:r>
              <a:rPr lang="en-US" noProof="1"/>
              <a:t>Click to edit Master title style</a:t>
            </a:r>
            <a:endParaRPr lang="en-US"/>
          </a:p>
        </p:txBody>
      </p:sp>
      <p:sp>
        <p:nvSpPr>
          <p:cNvPr id="14" name="Rectangle 6"/>
          <p:cNvSpPr>
            <a:spLocks noGrp="1"/>
          </p:cNvSpPr>
          <p:nvPr>
            <p:ph idx="1"/>
          </p:nvPr>
        </p:nvSpPr>
        <p:spPr>
          <a:xfrm>
            <a:off x="7441096" y="1795464"/>
            <a:ext cx="4141304" cy="4189412"/>
          </a:xfrm>
        </p:spPr>
        <p:txBody>
          <a:bodyPr anchor="ctr" anchorCtr="0"/>
          <a:lstStyle>
            <a:lvl1pPr>
              <a:buClr>
                <a:srgbClr val="C4122F"/>
              </a:buClr>
              <a:defRPr/>
            </a:lvl1pPr>
            <a:lvl2pPr>
              <a:buClr>
                <a:srgbClr val="C4122F"/>
              </a:buClr>
              <a:defRPr/>
            </a:lvl2pPr>
            <a:lvl3pPr>
              <a:buClr>
                <a:srgbClr val="C4122F"/>
              </a:buClr>
              <a:defRPr/>
            </a:lvl3pPr>
            <a:lvl4pPr>
              <a:buClr>
                <a:srgbClr val="C4122F"/>
              </a:buClr>
              <a:defRPr/>
            </a:lvl4pPr>
            <a:lvl5pPr>
              <a:buClr>
                <a:srgbClr val="C4122F"/>
              </a:buClr>
              <a:defRPr/>
            </a:lvl5pPr>
          </a:lstStyle>
          <a:p>
            <a:pPr lvl="0"/>
            <a:r>
              <a:rPr lang="en-US" noProof="1"/>
              <a:t>Click to edit Master text styles</a:t>
            </a:r>
          </a:p>
          <a:p>
            <a:pPr lvl="1"/>
            <a:r>
              <a:rPr lang="en-US" noProof="1"/>
              <a:t>Second level</a:t>
            </a:r>
          </a:p>
          <a:p>
            <a:pPr lvl="2"/>
            <a:r>
              <a:rPr lang="en-US" noProof="1"/>
              <a:t>Third level</a:t>
            </a:r>
          </a:p>
          <a:p>
            <a:pPr lvl="3"/>
            <a:r>
              <a:rPr lang="en-US" noProof="1"/>
              <a:t>Fourth level</a:t>
            </a:r>
          </a:p>
          <a:p>
            <a:pPr lvl="4"/>
            <a:r>
              <a:rPr lang="en-US" noProof="1"/>
              <a:t>Fifth level</a:t>
            </a:r>
            <a:endParaRPr lang="en-US" dirty="0"/>
          </a:p>
        </p:txBody>
      </p:sp>
      <p:sp>
        <p:nvSpPr>
          <p:cNvPr id="6" name="Picture Placeholder 4">
            <a:extLst>
              <a:ext uri="{FF2B5EF4-FFF2-40B4-BE49-F238E27FC236}">
                <a16:creationId xmlns:a16="http://schemas.microsoft.com/office/drawing/2014/main" id="{47B081FF-3E29-3D08-F3F2-FAADD0528EAA}"/>
              </a:ext>
            </a:extLst>
          </p:cNvPr>
          <p:cNvSpPr>
            <a:spLocks noGrp="1"/>
          </p:cNvSpPr>
          <p:nvPr>
            <p:ph type="pic" sz="quarter" idx="10"/>
          </p:nvPr>
        </p:nvSpPr>
        <p:spPr>
          <a:xfrm>
            <a:off x="609600" y="1795463"/>
            <a:ext cx="6462712" cy="4189412"/>
          </a:xfrm>
        </p:spPr>
        <p:txBody>
          <a:bodyPr/>
          <a:lstStyle/>
          <a:p>
            <a:endParaRPr lang="en-US"/>
          </a:p>
        </p:txBody>
      </p:sp>
    </p:spTree>
    <p:extLst>
      <p:ext uri="{BB962C8B-B14F-4D97-AF65-F5344CB8AC3E}">
        <p14:creationId xmlns:p14="http://schemas.microsoft.com/office/powerpoint/2010/main" val="37259926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527048"/>
            <a:ext cx="5283200" cy="4495800"/>
          </a:xfrm>
        </p:spPr>
        <p:txBody>
          <a:bodyPr>
            <a:normAutofit/>
          </a:bodyPr>
          <a:lstStyle>
            <a:lvl1pPr>
              <a:buClr>
                <a:srgbClr val="C4122F"/>
              </a:buClr>
              <a:defRPr sz="2400"/>
            </a:lvl1pPr>
            <a:lvl2pPr>
              <a:buClr>
                <a:srgbClr val="C4122F"/>
              </a:buClr>
              <a:defRPr sz="2000"/>
            </a:lvl2pPr>
            <a:lvl3pPr>
              <a:buClr>
                <a:srgbClr val="C4122F"/>
              </a:buClr>
              <a:defRPr sz="1800"/>
            </a:lvl3pPr>
            <a:lvl4pPr>
              <a:buClr>
                <a:srgbClr val="C4122F"/>
              </a:buClr>
              <a:defRPr sz="1600"/>
            </a:lvl4pPr>
            <a:lvl5pPr>
              <a:buClr>
                <a:srgbClr val="C4122F"/>
              </a:buCl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299202" y="1527048"/>
            <a:ext cx="5283200" cy="4495800"/>
          </a:xfrm>
        </p:spPr>
        <p:txBody>
          <a:bodyPr>
            <a:normAutofit/>
          </a:bodyPr>
          <a:lstStyle>
            <a:lvl1pPr>
              <a:buClr>
                <a:srgbClr val="C4122F"/>
              </a:buClr>
              <a:defRPr sz="2400"/>
            </a:lvl1pPr>
            <a:lvl2pPr>
              <a:buClr>
                <a:srgbClr val="C4122F"/>
              </a:buClr>
              <a:defRPr sz="2000"/>
            </a:lvl2pPr>
            <a:lvl3pPr>
              <a:buClr>
                <a:srgbClr val="C4122F"/>
              </a:buClr>
              <a:defRPr sz="1800"/>
            </a:lvl3pPr>
            <a:lvl4pPr>
              <a:buClr>
                <a:srgbClr val="C4122F"/>
              </a:buClr>
              <a:defRPr sz="1600"/>
            </a:lvl4pPr>
            <a:lvl5pPr>
              <a:buClr>
                <a:srgbClr val="C4122F"/>
              </a:buClr>
              <a:defRPr sz="16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lnSpc>
                <a:spcPts val="3800"/>
              </a:lnSpc>
              <a:defRPr/>
            </a:lvl1pPr>
          </a:lstStyle>
          <a:p>
            <a:r>
              <a:rPr lang="en-US" dirty="0"/>
              <a:t>Click to edit Master title style</a:t>
            </a:r>
            <a:br>
              <a:rPr lang="en-US" dirty="0"/>
            </a:br>
            <a:r>
              <a:rPr lang="en-US" dirty="0" err="1"/>
              <a:t>ghghghg</a:t>
            </a:r>
            <a:endParaRPr lang="en-US" dirty="0"/>
          </a:p>
        </p:txBody>
      </p:sp>
      <p:sp>
        <p:nvSpPr>
          <p:cNvPr id="36" name="Picture Placeholder 29">
            <a:extLst>
              <a:ext uri="{FF2B5EF4-FFF2-40B4-BE49-F238E27FC236}">
                <a16:creationId xmlns:a16="http://schemas.microsoft.com/office/drawing/2014/main" id="{5244BC53-C119-4F58-759C-4315A0FAAA39}"/>
              </a:ext>
            </a:extLst>
          </p:cNvPr>
          <p:cNvSpPr>
            <a:spLocks noGrp="1"/>
          </p:cNvSpPr>
          <p:nvPr>
            <p:ph type="pic" sz="quarter" idx="10"/>
          </p:nvPr>
        </p:nvSpPr>
        <p:spPr>
          <a:xfrm>
            <a:off x="609600" y="1798655"/>
            <a:ext cx="3560461" cy="2009669"/>
          </a:xfrm>
        </p:spPr>
        <p:txBody>
          <a:bodyPr/>
          <a:lstStyle/>
          <a:p>
            <a:endParaRPr lang="en-US"/>
          </a:p>
        </p:txBody>
      </p:sp>
      <p:sp>
        <p:nvSpPr>
          <p:cNvPr id="37" name="Picture Placeholder 29">
            <a:extLst>
              <a:ext uri="{FF2B5EF4-FFF2-40B4-BE49-F238E27FC236}">
                <a16:creationId xmlns:a16="http://schemas.microsoft.com/office/drawing/2014/main" id="{A49D9818-2411-344C-A56B-875F98535DE9}"/>
              </a:ext>
            </a:extLst>
          </p:cNvPr>
          <p:cNvSpPr>
            <a:spLocks noGrp="1"/>
          </p:cNvSpPr>
          <p:nvPr>
            <p:ph type="pic" sz="quarter" idx="11"/>
          </p:nvPr>
        </p:nvSpPr>
        <p:spPr>
          <a:xfrm>
            <a:off x="609599" y="3971259"/>
            <a:ext cx="3560461" cy="2009669"/>
          </a:xfrm>
        </p:spPr>
        <p:txBody>
          <a:bodyPr/>
          <a:lstStyle/>
          <a:p>
            <a:endParaRPr lang="en-US"/>
          </a:p>
        </p:txBody>
      </p:sp>
      <p:sp>
        <p:nvSpPr>
          <p:cNvPr id="38" name="Picture Placeholder 29">
            <a:extLst>
              <a:ext uri="{FF2B5EF4-FFF2-40B4-BE49-F238E27FC236}">
                <a16:creationId xmlns:a16="http://schemas.microsoft.com/office/drawing/2014/main" id="{29DEAC6C-0B95-082C-AE64-4DB58BBA1ACE}"/>
              </a:ext>
            </a:extLst>
          </p:cNvPr>
          <p:cNvSpPr>
            <a:spLocks noGrp="1"/>
          </p:cNvSpPr>
          <p:nvPr>
            <p:ph type="pic" sz="quarter" idx="12"/>
          </p:nvPr>
        </p:nvSpPr>
        <p:spPr>
          <a:xfrm>
            <a:off x="4315769" y="1798655"/>
            <a:ext cx="3560461" cy="2009669"/>
          </a:xfrm>
        </p:spPr>
        <p:txBody>
          <a:bodyPr/>
          <a:lstStyle/>
          <a:p>
            <a:endParaRPr lang="en-US"/>
          </a:p>
        </p:txBody>
      </p:sp>
      <p:sp>
        <p:nvSpPr>
          <p:cNvPr id="39" name="Picture Placeholder 29">
            <a:extLst>
              <a:ext uri="{FF2B5EF4-FFF2-40B4-BE49-F238E27FC236}">
                <a16:creationId xmlns:a16="http://schemas.microsoft.com/office/drawing/2014/main" id="{563B06A4-C363-484C-CF9B-67A85842D4C8}"/>
              </a:ext>
            </a:extLst>
          </p:cNvPr>
          <p:cNvSpPr>
            <a:spLocks noGrp="1"/>
          </p:cNvSpPr>
          <p:nvPr>
            <p:ph type="pic" sz="quarter" idx="13"/>
          </p:nvPr>
        </p:nvSpPr>
        <p:spPr>
          <a:xfrm>
            <a:off x="4315768" y="3971259"/>
            <a:ext cx="3560461" cy="2009669"/>
          </a:xfrm>
        </p:spPr>
        <p:txBody>
          <a:bodyPr/>
          <a:lstStyle/>
          <a:p>
            <a:endParaRPr lang="en-US"/>
          </a:p>
        </p:txBody>
      </p:sp>
      <p:sp>
        <p:nvSpPr>
          <p:cNvPr id="40" name="Picture Placeholder 29">
            <a:extLst>
              <a:ext uri="{FF2B5EF4-FFF2-40B4-BE49-F238E27FC236}">
                <a16:creationId xmlns:a16="http://schemas.microsoft.com/office/drawing/2014/main" id="{6A31F244-4234-8398-1A92-815E5A2CE893}"/>
              </a:ext>
            </a:extLst>
          </p:cNvPr>
          <p:cNvSpPr>
            <a:spLocks noGrp="1"/>
          </p:cNvSpPr>
          <p:nvPr>
            <p:ph type="pic" sz="quarter" idx="14"/>
          </p:nvPr>
        </p:nvSpPr>
        <p:spPr>
          <a:xfrm>
            <a:off x="8021940" y="1798655"/>
            <a:ext cx="3560461" cy="2009669"/>
          </a:xfrm>
        </p:spPr>
        <p:txBody>
          <a:bodyPr/>
          <a:lstStyle/>
          <a:p>
            <a:endParaRPr lang="en-US"/>
          </a:p>
        </p:txBody>
      </p:sp>
      <p:sp>
        <p:nvSpPr>
          <p:cNvPr id="41" name="Picture Placeholder 29">
            <a:extLst>
              <a:ext uri="{FF2B5EF4-FFF2-40B4-BE49-F238E27FC236}">
                <a16:creationId xmlns:a16="http://schemas.microsoft.com/office/drawing/2014/main" id="{A98A7173-01A5-7FE9-3F9D-EB7D34B47BE4}"/>
              </a:ext>
            </a:extLst>
          </p:cNvPr>
          <p:cNvSpPr>
            <a:spLocks noGrp="1"/>
          </p:cNvSpPr>
          <p:nvPr>
            <p:ph type="pic" sz="quarter" idx="15"/>
          </p:nvPr>
        </p:nvSpPr>
        <p:spPr>
          <a:xfrm>
            <a:off x="8021939" y="3971259"/>
            <a:ext cx="3560461" cy="2009669"/>
          </a:xfrm>
        </p:spPr>
        <p:txBody>
          <a:bodyPr/>
          <a:lstStyle/>
          <a:p>
            <a:endParaRPr lang="en-US"/>
          </a:p>
        </p:txBody>
      </p:sp>
    </p:spTree>
    <p:extLst>
      <p:ext uri="{BB962C8B-B14F-4D97-AF65-F5344CB8AC3E}">
        <p14:creationId xmlns:p14="http://schemas.microsoft.com/office/powerpoint/2010/main" val="519418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5" name="Table Placeholder 3">
            <a:extLst>
              <a:ext uri="{FF2B5EF4-FFF2-40B4-BE49-F238E27FC236}">
                <a16:creationId xmlns:a16="http://schemas.microsoft.com/office/drawing/2014/main" id="{F515B657-5011-7715-8F0C-0D7032BCB695}"/>
              </a:ext>
            </a:extLst>
          </p:cNvPr>
          <p:cNvSpPr>
            <a:spLocks noGrp="1"/>
          </p:cNvSpPr>
          <p:nvPr>
            <p:ph type="tbl" sz="quarter" idx="16"/>
          </p:nvPr>
        </p:nvSpPr>
        <p:spPr>
          <a:xfrm>
            <a:off x="609599" y="1798638"/>
            <a:ext cx="10972801" cy="4183062"/>
          </a:xfrm>
        </p:spPr>
        <p:txBody>
          <a:bodyPr/>
          <a:lstStyle/>
          <a:p>
            <a:endParaRPr lang="en-US"/>
          </a:p>
        </p:txBody>
      </p:sp>
    </p:spTree>
    <p:extLst>
      <p:ext uri="{BB962C8B-B14F-4D97-AF65-F5344CB8AC3E}">
        <p14:creationId xmlns:p14="http://schemas.microsoft.com/office/powerpoint/2010/main" val="1042693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6" name="Picture Placeholder 29">
            <a:extLst>
              <a:ext uri="{FF2B5EF4-FFF2-40B4-BE49-F238E27FC236}">
                <a16:creationId xmlns:a16="http://schemas.microsoft.com/office/drawing/2014/main" id="{5244BC53-C119-4F58-759C-4315A0FAAA39}"/>
              </a:ext>
            </a:extLst>
          </p:cNvPr>
          <p:cNvSpPr>
            <a:spLocks noGrp="1"/>
          </p:cNvSpPr>
          <p:nvPr>
            <p:ph type="pic" sz="quarter" idx="10"/>
          </p:nvPr>
        </p:nvSpPr>
        <p:spPr>
          <a:xfrm>
            <a:off x="609600" y="1798654"/>
            <a:ext cx="3560461" cy="3558535"/>
          </a:xfrm>
        </p:spPr>
        <p:txBody>
          <a:bodyPr/>
          <a:lstStyle/>
          <a:p>
            <a:endParaRPr lang="en-US" dirty="0"/>
          </a:p>
        </p:txBody>
      </p:sp>
      <p:sp>
        <p:nvSpPr>
          <p:cNvPr id="38" name="Picture Placeholder 29">
            <a:extLst>
              <a:ext uri="{FF2B5EF4-FFF2-40B4-BE49-F238E27FC236}">
                <a16:creationId xmlns:a16="http://schemas.microsoft.com/office/drawing/2014/main" id="{29DEAC6C-0B95-082C-AE64-4DB58BBA1ACE}"/>
              </a:ext>
            </a:extLst>
          </p:cNvPr>
          <p:cNvSpPr>
            <a:spLocks noGrp="1"/>
          </p:cNvSpPr>
          <p:nvPr>
            <p:ph type="pic" sz="quarter" idx="12"/>
          </p:nvPr>
        </p:nvSpPr>
        <p:spPr>
          <a:xfrm>
            <a:off x="4315769" y="1798655"/>
            <a:ext cx="3560461" cy="3558536"/>
          </a:xfrm>
        </p:spPr>
        <p:txBody>
          <a:bodyPr/>
          <a:lstStyle/>
          <a:p>
            <a:endParaRPr lang="en-US"/>
          </a:p>
        </p:txBody>
      </p:sp>
      <p:sp>
        <p:nvSpPr>
          <p:cNvPr id="40" name="Picture Placeholder 29">
            <a:extLst>
              <a:ext uri="{FF2B5EF4-FFF2-40B4-BE49-F238E27FC236}">
                <a16:creationId xmlns:a16="http://schemas.microsoft.com/office/drawing/2014/main" id="{6A31F244-4234-8398-1A92-815E5A2CE893}"/>
              </a:ext>
            </a:extLst>
          </p:cNvPr>
          <p:cNvSpPr>
            <a:spLocks noGrp="1"/>
          </p:cNvSpPr>
          <p:nvPr>
            <p:ph type="pic" sz="quarter" idx="14"/>
          </p:nvPr>
        </p:nvSpPr>
        <p:spPr>
          <a:xfrm>
            <a:off x="8021940" y="1798655"/>
            <a:ext cx="3560461" cy="3558536"/>
          </a:xfrm>
        </p:spPr>
        <p:txBody>
          <a:bodyPr/>
          <a:lstStyle/>
          <a:p>
            <a:endParaRPr lang="en-US"/>
          </a:p>
        </p:txBody>
      </p:sp>
      <p:sp>
        <p:nvSpPr>
          <p:cNvPr id="4" name="Text Placeholder 3">
            <a:extLst>
              <a:ext uri="{FF2B5EF4-FFF2-40B4-BE49-F238E27FC236}">
                <a16:creationId xmlns:a16="http://schemas.microsoft.com/office/drawing/2014/main" id="{EFD57F27-E780-1D1A-2235-3359A9AD23EE}"/>
              </a:ext>
            </a:extLst>
          </p:cNvPr>
          <p:cNvSpPr>
            <a:spLocks noGrp="1"/>
          </p:cNvSpPr>
          <p:nvPr>
            <p:ph type="body" sz="quarter" idx="16"/>
          </p:nvPr>
        </p:nvSpPr>
        <p:spPr>
          <a:xfrm>
            <a:off x="609597" y="5396947"/>
            <a:ext cx="3560461" cy="693312"/>
          </a:xfrm>
        </p:spPr>
        <p:txBody>
          <a:bodyPr>
            <a:noAutofit/>
          </a:bodyPr>
          <a:lstStyle>
            <a:lvl1pPr marL="0" indent="0" algn="ctr">
              <a:buNone/>
              <a:defRPr sz="1600"/>
            </a:lvl1pPr>
            <a:lvl2pPr marL="320040" indent="0" algn="ctr">
              <a:buNone/>
              <a:defRPr sz="1400"/>
            </a:lvl2pPr>
            <a:lvl3pPr marL="640080" indent="0" algn="ctr">
              <a:buNone/>
              <a:defRPr sz="1400"/>
            </a:lvl3pPr>
            <a:lvl4pPr marL="914400" indent="0" algn="ctr">
              <a:buNone/>
              <a:defRPr sz="1400"/>
            </a:lvl4pPr>
            <a:lvl5pPr marL="1143000" indent="0" algn="ctr">
              <a:buNone/>
              <a:defRPr sz="1400"/>
            </a:lvl5pPr>
          </a:lstStyle>
          <a:p>
            <a:pPr lvl="0"/>
            <a:r>
              <a:rPr lang="en-US" dirty="0"/>
              <a:t>Click to edit Master text</a:t>
            </a:r>
          </a:p>
        </p:txBody>
      </p:sp>
      <p:sp>
        <p:nvSpPr>
          <p:cNvPr id="6" name="TextBox 5">
            <a:extLst>
              <a:ext uri="{FF2B5EF4-FFF2-40B4-BE49-F238E27FC236}">
                <a16:creationId xmlns:a16="http://schemas.microsoft.com/office/drawing/2014/main" id="{48C3F6AF-61A0-8B1C-2E91-A2C94FBCE73C}"/>
              </a:ext>
            </a:extLst>
          </p:cNvPr>
          <p:cNvSpPr txBox="1"/>
          <p:nvPr userDrawn="1"/>
        </p:nvSpPr>
        <p:spPr>
          <a:xfrm>
            <a:off x="5327374" y="5396947"/>
            <a:ext cx="0" cy="0"/>
          </a:xfrm>
          <a:prstGeom prst="rect">
            <a:avLst/>
          </a:prstGeom>
          <a:noFill/>
        </p:spPr>
        <p:txBody>
          <a:bodyPr wrap="none" rtlCol="0">
            <a:noAutofit/>
          </a:bodyPr>
          <a:lstStyle/>
          <a:p>
            <a:pPr algn="ctr"/>
            <a:endParaRPr lang="en-US" sz="1600" dirty="0" err="1"/>
          </a:p>
        </p:txBody>
      </p:sp>
      <p:sp>
        <p:nvSpPr>
          <p:cNvPr id="7" name="Text Placeholder 3">
            <a:extLst>
              <a:ext uri="{FF2B5EF4-FFF2-40B4-BE49-F238E27FC236}">
                <a16:creationId xmlns:a16="http://schemas.microsoft.com/office/drawing/2014/main" id="{A23D2F03-3057-A9E9-4126-7CC220620444}"/>
              </a:ext>
            </a:extLst>
          </p:cNvPr>
          <p:cNvSpPr>
            <a:spLocks noGrp="1"/>
          </p:cNvSpPr>
          <p:nvPr>
            <p:ph type="body" sz="quarter" idx="17"/>
          </p:nvPr>
        </p:nvSpPr>
        <p:spPr>
          <a:xfrm>
            <a:off x="4315769" y="5396947"/>
            <a:ext cx="3560461" cy="693312"/>
          </a:xfrm>
        </p:spPr>
        <p:txBody>
          <a:bodyPr>
            <a:noAutofit/>
          </a:bodyPr>
          <a:lstStyle>
            <a:lvl1pPr marL="0" indent="0" algn="ctr">
              <a:buNone/>
              <a:defRPr sz="1600"/>
            </a:lvl1pPr>
            <a:lvl2pPr marL="320040" indent="0" algn="ctr">
              <a:buNone/>
              <a:defRPr sz="1400"/>
            </a:lvl2pPr>
            <a:lvl3pPr marL="640080" indent="0" algn="ctr">
              <a:buNone/>
              <a:defRPr sz="1400"/>
            </a:lvl3pPr>
            <a:lvl4pPr marL="914400" indent="0" algn="ctr">
              <a:buNone/>
              <a:defRPr sz="1400"/>
            </a:lvl4pPr>
            <a:lvl5pPr marL="1143000" indent="0" algn="ctr">
              <a:buNone/>
              <a:defRPr sz="1400"/>
            </a:lvl5pPr>
          </a:lstStyle>
          <a:p>
            <a:pPr lvl="0"/>
            <a:r>
              <a:rPr lang="en-US" dirty="0"/>
              <a:t>Click to edit Master text</a:t>
            </a:r>
          </a:p>
        </p:txBody>
      </p:sp>
      <p:sp>
        <p:nvSpPr>
          <p:cNvPr id="8" name="Text Placeholder 3">
            <a:extLst>
              <a:ext uri="{FF2B5EF4-FFF2-40B4-BE49-F238E27FC236}">
                <a16:creationId xmlns:a16="http://schemas.microsoft.com/office/drawing/2014/main" id="{6A58090A-63C8-ADC3-23D8-A48EFF69A45F}"/>
              </a:ext>
            </a:extLst>
          </p:cNvPr>
          <p:cNvSpPr>
            <a:spLocks noGrp="1"/>
          </p:cNvSpPr>
          <p:nvPr>
            <p:ph type="body" sz="quarter" idx="18"/>
          </p:nvPr>
        </p:nvSpPr>
        <p:spPr>
          <a:xfrm>
            <a:off x="8021939" y="5396947"/>
            <a:ext cx="3560461" cy="693312"/>
          </a:xfrm>
        </p:spPr>
        <p:txBody>
          <a:bodyPr>
            <a:noAutofit/>
          </a:bodyPr>
          <a:lstStyle>
            <a:lvl1pPr marL="0" indent="0" algn="ctr">
              <a:buNone/>
              <a:defRPr sz="1600"/>
            </a:lvl1pPr>
            <a:lvl2pPr marL="320040" indent="0" algn="ctr">
              <a:buNone/>
              <a:defRPr sz="1400"/>
            </a:lvl2pPr>
            <a:lvl3pPr marL="640080" indent="0" algn="ctr">
              <a:buNone/>
              <a:defRPr sz="1400"/>
            </a:lvl3pPr>
            <a:lvl4pPr marL="914400" indent="0" algn="ctr">
              <a:buNone/>
              <a:defRPr sz="1400"/>
            </a:lvl4pPr>
            <a:lvl5pPr marL="1143000" indent="0" algn="ctr">
              <a:buNone/>
              <a:defRPr sz="1400"/>
            </a:lvl5pPr>
          </a:lstStyle>
          <a:p>
            <a:pPr lvl="0"/>
            <a:r>
              <a:rPr lang="en-US" dirty="0"/>
              <a:t>Click to edit Master text</a:t>
            </a:r>
          </a:p>
        </p:txBody>
      </p:sp>
    </p:spTree>
    <p:extLst>
      <p:ext uri="{BB962C8B-B14F-4D97-AF65-F5344CB8AC3E}">
        <p14:creationId xmlns:p14="http://schemas.microsoft.com/office/powerpoint/2010/main" val="15308541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a:extLst>
              <a:ext uri="{FF2B5EF4-FFF2-40B4-BE49-F238E27FC236}">
                <a16:creationId xmlns:a16="http://schemas.microsoft.com/office/drawing/2014/main" id="{EFD57F27-E780-1D1A-2235-3359A9AD23EE}"/>
              </a:ext>
            </a:extLst>
          </p:cNvPr>
          <p:cNvSpPr>
            <a:spLocks noGrp="1"/>
          </p:cNvSpPr>
          <p:nvPr>
            <p:ph type="body" sz="quarter" idx="16"/>
          </p:nvPr>
        </p:nvSpPr>
        <p:spPr>
          <a:xfrm>
            <a:off x="609597" y="5396947"/>
            <a:ext cx="3560461" cy="693312"/>
          </a:xfrm>
        </p:spPr>
        <p:txBody>
          <a:bodyPr>
            <a:noAutofit/>
          </a:bodyPr>
          <a:lstStyle>
            <a:lvl1pPr marL="0" indent="0" algn="ctr">
              <a:buNone/>
              <a:defRPr sz="1600"/>
            </a:lvl1pPr>
            <a:lvl2pPr marL="320040" indent="0" algn="ctr">
              <a:buNone/>
              <a:defRPr sz="1400"/>
            </a:lvl2pPr>
            <a:lvl3pPr marL="640080" indent="0" algn="ctr">
              <a:buNone/>
              <a:defRPr sz="1400"/>
            </a:lvl3pPr>
            <a:lvl4pPr marL="914400" indent="0" algn="ctr">
              <a:buNone/>
              <a:defRPr sz="1400"/>
            </a:lvl4pPr>
            <a:lvl5pPr marL="1143000" indent="0" algn="ctr">
              <a:buNone/>
              <a:defRPr sz="1400"/>
            </a:lvl5pPr>
          </a:lstStyle>
          <a:p>
            <a:pPr lvl="0"/>
            <a:r>
              <a:rPr lang="en-US" dirty="0"/>
              <a:t>Click to edit Master text</a:t>
            </a:r>
          </a:p>
        </p:txBody>
      </p:sp>
      <p:sp>
        <p:nvSpPr>
          <p:cNvPr id="7" name="Text Placeholder 3">
            <a:extLst>
              <a:ext uri="{FF2B5EF4-FFF2-40B4-BE49-F238E27FC236}">
                <a16:creationId xmlns:a16="http://schemas.microsoft.com/office/drawing/2014/main" id="{A23D2F03-3057-A9E9-4126-7CC220620444}"/>
              </a:ext>
            </a:extLst>
          </p:cNvPr>
          <p:cNvSpPr>
            <a:spLocks noGrp="1"/>
          </p:cNvSpPr>
          <p:nvPr>
            <p:ph type="body" sz="quarter" idx="17"/>
          </p:nvPr>
        </p:nvSpPr>
        <p:spPr>
          <a:xfrm>
            <a:off x="4315769" y="5396947"/>
            <a:ext cx="3560461" cy="693312"/>
          </a:xfrm>
        </p:spPr>
        <p:txBody>
          <a:bodyPr>
            <a:noAutofit/>
          </a:bodyPr>
          <a:lstStyle>
            <a:lvl1pPr marL="0" indent="0" algn="ctr">
              <a:buNone/>
              <a:defRPr sz="1600"/>
            </a:lvl1pPr>
            <a:lvl2pPr marL="320040" indent="0" algn="ctr">
              <a:buNone/>
              <a:defRPr sz="1400"/>
            </a:lvl2pPr>
            <a:lvl3pPr marL="640080" indent="0" algn="ctr">
              <a:buNone/>
              <a:defRPr sz="1400"/>
            </a:lvl3pPr>
            <a:lvl4pPr marL="914400" indent="0" algn="ctr">
              <a:buNone/>
              <a:defRPr sz="1400"/>
            </a:lvl4pPr>
            <a:lvl5pPr marL="1143000" indent="0" algn="ctr">
              <a:buNone/>
              <a:defRPr sz="1400"/>
            </a:lvl5pPr>
          </a:lstStyle>
          <a:p>
            <a:pPr lvl="0"/>
            <a:r>
              <a:rPr lang="en-US" dirty="0"/>
              <a:t>Click to edit Master text</a:t>
            </a:r>
          </a:p>
        </p:txBody>
      </p:sp>
      <p:sp>
        <p:nvSpPr>
          <p:cNvPr id="8" name="Text Placeholder 3">
            <a:extLst>
              <a:ext uri="{FF2B5EF4-FFF2-40B4-BE49-F238E27FC236}">
                <a16:creationId xmlns:a16="http://schemas.microsoft.com/office/drawing/2014/main" id="{6A58090A-63C8-ADC3-23D8-A48EFF69A45F}"/>
              </a:ext>
            </a:extLst>
          </p:cNvPr>
          <p:cNvSpPr>
            <a:spLocks noGrp="1"/>
          </p:cNvSpPr>
          <p:nvPr>
            <p:ph type="body" sz="quarter" idx="18"/>
          </p:nvPr>
        </p:nvSpPr>
        <p:spPr>
          <a:xfrm>
            <a:off x="8021939" y="5396947"/>
            <a:ext cx="3560461" cy="693312"/>
          </a:xfrm>
        </p:spPr>
        <p:txBody>
          <a:bodyPr>
            <a:noAutofit/>
          </a:bodyPr>
          <a:lstStyle>
            <a:lvl1pPr marL="0" indent="0" algn="ctr">
              <a:buNone/>
              <a:defRPr sz="1600"/>
            </a:lvl1pPr>
            <a:lvl2pPr marL="320040" indent="0" algn="ctr">
              <a:buNone/>
              <a:defRPr sz="1400"/>
            </a:lvl2pPr>
            <a:lvl3pPr marL="640080" indent="0" algn="ctr">
              <a:buNone/>
              <a:defRPr sz="1400"/>
            </a:lvl3pPr>
            <a:lvl4pPr marL="914400" indent="0" algn="ctr">
              <a:buNone/>
              <a:defRPr sz="1400"/>
            </a:lvl4pPr>
            <a:lvl5pPr marL="1143000" indent="0" algn="ctr">
              <a:buNone/>
              <a:defRPr sz="1400"/>
            </a:lvl5pPr>
          </a:lstStyle>
          <a:p>
            <a:pPr lvl="0"/>
            <a:r>
              <a:rPr lang="en-US" dirty="0"/>
              <a:t>Click to edit Master text</a:t>
            </a:r>
          </a:p>
        </p:txBody>
      </p:sp>
      <p:sp>
        <p:nvSpPr>
          <p:cNvPr id="11" name="Chart Placeholder 4">
            <a:extLst>
              <a:ext uri="{FF2B5EF4-FFF2-40B4-BE49-F238E27FC236}">
                <a16:creationId xmlns:a16="http://schemas.microsoft.com/office/drawing/2014/main" id="{3EF471E3-3169-E47C-1DF5-8E18891BD311}"/>
              </a:ext>
            </a:extLst>
          </p:cNvPr>
          <p:cNvSpPr>
            <a:spLocks noGrp="1"/>
          </p:cNvSpPr>
          <p:nvPr>
            <p:ph type="chart" sz="quarter" idx="19"/>
          </p:nvPr>
        </p:nvSpPr>
        <p:spPr>
          <a:xfrm>
            <a:off x="609600" y="1798638"/>
            <a:ext cx="3560763" cy="3559175"/>
          </a:xfrm>
        </p:spPr>
        <p:txBody>
          <a:bodyPr/>
          <a:lstStyle/>
          <a:p>
            <a:endParaRPr lang="en-US"/>
          </a:p>
        </p:txBody>
      </p:sp>
      <p:sp>
        <p:nvSpPr>
          <p:cNvPr id="12" name="Chart Placeholder 4">
            <a:extLst>
              <a:ext uri="{FF2B5EF4-FFF2-40B4-BE49-F238E27FC236}">
                <a16:creationId xmlns:a16="http://schemas.microsoft.com/office/drawing/2014/main" id="{AFF3D7C2-5A28-5CCC-774B-408975F809D4}"/>
              </a:ext>
            </a:extLst>
          </p:cNvPr>
          <p:cNvSpPr>
            <a:spLocks noGrp="1"/>
          </p:cNvSpPr>
          <p:nvPr>
            <p:ph type="chart" sz="quarter" idx="20"/>
          </p:nvPr>
        </p:nvSpPr>
        <p:spPr>
          <a:xfrm>
            <a:off x="4315617" y="1798014"/>
            <a:ext cx="3560763" cy="3559175"/>
          </a:xfrm>
        </p:spPr>
        <p:txBody>
          <a:bodyPr/>
          <a:lstStyle/>
          <a:p>
            <a:endParaRPr lang="en-US"/>
          </a:p>
        </p:txBody>
      </p:sp>
      <p:sp>
        <p:nvSpPr>
          <p:cNvPr id="13" name="Chart Placeholder 4">
            <a:extLst>
              <a:ext uri="{FF2B5EF4-FFF2-40B4-BE49-F238E27FC236}">
                <a16:creationId xmlns:a16="http://schemas.microsoft.com/office/drawing/2014/main" id="{F4526561-6D13-A8BC-DFED-3E9422B381E9}"/>
              </a:ext>
            </a:extLst>
          </p:cNvPr>
          <p:cNvSpPr>
            <a:spLocks noGrp="1"/>
          </p:cNvSpPr>
          <p:nvPr>
            <p:ph type="chart" sz="quarter" idx="21"/>
          </p:nvPr>
        </p:nvSpPr>
        <p:spPr>
          <a:xfrm>
            <a:off x="8021634" y="1798014"/>
            <a:ext cx="3560763" cy="3559175"/>
          </a:xfrm>
        </p:spPr>
        <p:txBody>
          <a:bodyPr/>
          <a:lstStyle/>
          <a:p>
            <a:endParaRPr lang="en-US"/>
          </a:p>
        </p:txBody>
      </p:sp>
    </p:spTree>
    <p:extLst>
      <p:ext uri="{BB962C8B-B14F-4D97-AF65-F5344CB8AC3E}">
        <p14:creationId xmlns:p14="http://schemas.microsoft.com/office/powerpoint/2010/main" val="402195222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D9523D3-F72C-A737-D43A-E356A52D838C}"/>
              </a:ext>
            </a:extLst>
          </p:cNvPr>
          <p:cNvSpPr/>
          <p:nvPr userDrawn="1"/>
        </p:nvSpPr>
        <p:spPr bwMode="auto">
          <a:xfrm>
            <a:off x="0" y="0"/>
            <a:ext cx="12192000" cy="6858000"/>
          </a:xfrm>
          <a:prstGeom prst="rect">
            <a:avLst/>
          </a:prstGeom>
          <a:solidFill>
            <a:schemeClr val="bg1"/>
          </a:solidFill>
          <a:ln w="12700" cap="sq" algn="ctr">
            <a:noFill/>
            <a:miter lim="800000"/>
            <a:headEnd/>
            <a:tailEnd/>
          </a:ln>
          <a:effectLst/>
        </p:spPr>
        <p:txBody>
          <a:bodyPr wrap="none" rtlCol="0" anchor="ctr"/>
          <a:lstStyle/>
          <a:p>
            <a:pPr algn="ctr"/>
            <a:endParaRPr lang="en-US" sz="1600" dirty="0">
              <a:solidFill>
                <a:schemeClr val="bg1"/>
              </a:solidFill>
              <a:latin typeface="+mn-lt"/>
            </a:endParaRPr>
          </a:p>
        </p:txBody>
      </p:sp>
      <p:pic>
        <p:nvPicPr>
          <p:cNvPr id="6" name="Picture 5" descr="A grey logo with text&#10;&#10;Description automatically generated">
            <a:extLst>
              <a:ext uri="{FF2B5EF4-FFF2-40B4-BE49-F238E27FC236}">
                <a16:creationId xmlns:a16="http://schemas.microsoft.com/office/drawing/2014/main" id="{B1D05FE9-9C13-6D48-7303-93DC7F7D7A37}"/>
              </a:ext>
            </a:extLst>
          </p:cNvPr>
          <p:cNvPicPr>
            <a:picLocks noChangeAspect="1"/>
          </p:cNvPicPr>
          <p:nvPr userDrawn="1"/>
        </p:nvPicPr>
        <p:blipFill rotWithShape="1">
          <a:blip r:embed="rId2" cstate="print">
            <a:alphaModFix amt="20000"/>
            <a:extLst>
              <a:ext uri="{28A0092B-C50C-407E-A947-70E740481C1C}">
                <a14:useLocalDpi xmlns:a14="http://schemas.microsoft.com/office/drawing/2010/main" val="0"/>
              </a:ext>
            </a:extLst>
          </a:blip>
          <a:stretch/>
        </p:blipFill>
        <p:spPr>
          <a:xfrm>
            <a:off x="3810000" y="1143000"/>
            <a:ext cx="4572000" cy="4572000"/>
          </a:xfrm>
          <a:prstGeom prst="rect">
            <a:avLst/>
          </a:prstGeom>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D9523D3-F72C-A737-D43A-E356A52D838C}"/>
              </a:ext>
            </a:extLst>
          </p:cNvPr>
          <p:cNvSpPr/>
          <p:nvPr userDrawn="1"/>
        </p:nvSpPr>
        <p:spPr bwMode="auto">
          <a:xfrm>
            <a:off x="0" y="0"/>
            <a:ext cx="12192000" cy="6858000"/>
          </a:xfrm>
          <a:prstGeom prst="rect">
            <a:avLst/>
          </a:prstGeom>
          <a:solidFill>
            <a:schemeClr val="bg1"/>
          </a:solidFill>
          <a:ln w="12700" cap="sq" algn="ctr">
            <a:noFill/>
            <a:miter lim="800000"/>
            <a:headEnd/>
            <a:tailEnd/>
          </a:ln>
          <a:effectLst/>
        </p:spPr>
        <p:txBody>
          <a:bodyPr wrap="none" rtlCol="0" anchor="ctr"/>
          <a:lstStyle/>
          <a:p>
            <a:pPr algn="ctr"/>
            <a:endParaRPr lang="en-US" sz="1600">
              <a:solidFill>
                <a:schemeClr val="bg1"/>
              </a:solidFill>
              <a:latin typeface="+mn-lt"/>
            </a:endParaRPr>
          </a:p>
        </p:txBody>
      </p:sp>
    </p:spTree>
    <p:extLst>
      <p:ext uri="{BB962C8B-B14F-4D97-AF65-F5344CB8AC3E}">
        <p14:creationId xmlns:p14="http://schemas.microsoft.com/office/powerpoint/2010/main" val="31807474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363090"/>
            <a:ext cx="10972800" cy="800100"/>
          </a:xfrm>
          <a:prstGeom prst="rect">
            <a:avLst/>
          </a:prstGeom>
        </p:spPr>
        <p:txBody>
          <a:bodyPr vert="horz" lIns="0" tIns="45720" rIns="0" bIns="45720" rtlCol="0" anchor="b" anchorCtr="0">
            <a:noAutofit/>
          </a:bodyPr>
          <a:lstStyle/>
          <a:p>
            <a:r>
              <a:rPr lang="en-US" dirty="0"/>
              <a:t>Click to edit Master title style</a:t>
            </a:r>
          </a:p>
        </p:txBody>
      </p:sp>
      <p:sp>
        <p:nvSpPr>
          <p:cNvPr id="3" name="Text Placeholder 2"/>
          <p:cNvSpPr>
            <a:spLocks noGrp="1"/>
          </p:cNvSpPr>
          <p:nvPr>
            <p:ph type="body" idx="1"/>
          </p:nvPr>
        </p:nvSpPr>
        <p:spPr>
          <a:xfrm>
            <a:off x="609600" y="1524000"/>
            <a:ext cx="10972800" cy="4648200"/>
          </a:xfrm>
          <a:prstGeom prst="rect">
            <a:avLst/>
          </a:prstGeom>
        </p:spPr>
        <p:txBody>
          <a:bodyPr vert="horz" lIns="0" tIns="45720" rIns="0" bIns="45720" rtlCol="0" anchor="t" anchorCtr="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8"/>
          <p:cNvSpPr/>
          <p:nvPr/>
        </p:nvSpPr>
        <p:spPr>
          <a:xfrm>
            <a:off x="609600" y="1234967"/>
            <a:ext cx="11582400" cy="45719"/>
          </a:xfrm>
          <a:prstGeom prst="rect">
            <a:avLst/>
          </a:prstGeom>
          <a:solidFill>
            <a:srgbClr val="AB162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5" name="Picture 4" descr="A red letter w on a black background&#10;&#10;Description automatically generated">
            <a:extLst>
              <a:ext uri="{FF2B5EF4-FFF2-40B4-BE49-F238E27FC236}">
                <a16:creationId xmlns:a16="http://schemas.microsoft.com/office/drawing/2014/main" id="{628F81A4-8449-2076-D026-43F034BC1E15}"/>
              </a:ext>
            </a:extLst>
          </p:cNvPr>
          <p:cNvPicPr>
            <a:picLocks noChangeAspect="1"/>
          </p:cNvPicPr>
          <p:nvPr userDrawn="1"/>
        </p:nvPicPr>
        <p:blipFill>
          <a:blip r:embed="rId18" cstate="print">
            <a:extLst>
              <a:ext uri="{28A0092B-C50C-407E-A947-70E740481C1C}">
                <a14:useLocalDpi xmlns:a14="http://schemas.microsoft.com/office/drawing/2010/main" val="0"/>
              </a:ext>
            </a:extLst>
          </a:blip>
          <a:stretch>
            <a:fillRect/>
          </a:stretch>
        </p:blipFill>
        <p:spPr>
          <a:xfrm>
            <a:off x="10474628" y="6237513"/>
            <a:ext cx="1131217" cy="365760"/>
          </a:xfrm>
          <a:prstGeom prst="rect">
            <a:avLst/>
          </a:prstGeom>
        </p:spPr>
      </p:pic>
    </p:spTree>
  </p:cSld>
  <p:clrMap bg1="lt1" tx1="dk1" bg2="lt2" tx2="dk2" accent1="accent1" accent2="accent2" accent3="accent3" accent4="accent4" accent5="accent5" accent6="accent6" hlink="hlink" folHlink="folHlink"/>
  <p:sldLayoutIdLst>
    <p:sldLayoutId id="2147483661" r:id="rId1"/>
    <p:sldLayoutId id="2147483705" r:id="rId2"/>
    <p:sldLayoutId id="2147483695" r:id="rId3"/>
    <p:sldLayoutId id="2147483697" r:id="rId4"/>
    <p:sldLayoutId id="2147483700" r:id="rId5"/>
    <p:sldLayoutId id="2147483699" r:id="rId6"/>
    <p:sldLayoutId id="2147483703" r:id="rId7"/>
    <p:sldLayoutId id="2147483698" r:id="rId8"/>
    <p:sldLayoutId id="2147483664" r:id="rId9"/>
    <p:sldLayoutId id="2147483666" r:id="rId10"/>
    <p:sldLayoutId id="2147483696" r:id="rId11"/>
    <p:sldLayoutId id="2147483702" r:id="rId12"/>
    <p:sldLayoutId id="2147483701" r:id="rId13"/>
    <p:sldLayoutId id="2147483704" r:id="rId14"/>
    <p:sldLayoutId id="2147483667" r:id="rId15"/>
    <p:sldLayoutId id="2147483706" r:id="rId16"/>
  </p:sldLayoutIdLst>
  <p:hf hdr="0" dt="0"/>
  <p:txStyles>
    <p:titleStyle>
      <a:lvl1pPr algn="l" defTabSz="914400" rtl="0" eaLnBrk="1" latinLnBrk="0" hangingPunct="1">
        <a:lnSpc>
          <a:spcPts val="3800"/>
        </a:lnSpc>
        <a:spcBef>
          <a:spcPct val="0"/>
        </a:spcBef>
        <a:buNone/>
        <a:defRPr sz="3600" b="1" kern="1200">
          <a:solidFill>
            <a:srgbClr val="272626"/>
          </a:solidFill>
          <a:latin typeface="Arial" panose="020B0604020202020204" pitchFamily="34" charset="0"/>
          <a:ea typeface="Verdana" pitchFamily="34" charset="0"/>
          <a:cs typeface="Arial" panose="020B0604020202020204" pitchFamily="34" charset="0"/>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74320" indent="-274320" algn="l" defTabSz="914400" rtl="0" eaLnBrk="1" latinLnBrk="0" hangingPunct="1">
        <a:lnSpc>
          <a:spcPct val="95000"/>
        </a:lnSpc>
        <a:spcBef>
          <a:spcPts val="1200"/>
        </a:spcBef>
        <a:buClr>
          <a:srgbClr val="AB162B"/>
        </a:buClr>
        <a:buFont typeface="Arial" pitchFamily="34" charset="0"/>
        <a:buChar char="•"/>
        <a:defRPr sz="2400" kern="1200">
          <a:solidFill>
            <a:srgbClr val="272626"/>
          </a:solidFill>
          <a:latin typeface="Arial" panose="020B0604020202020204" pitchFamily="34" charset="0"/>
          <a:ea typeface="Verdana" pitchFamily="34" charset="0"/>
          <a:cs typeface="Arial" panose="020B0604020202020204" pitchFamily="34" charset="0"/>
        </a:defRPr>
      </a:lvl1pPr>
      <a:lvl2pPr marL="594360" indent="-274320" algn="l" defTabSz="914400" rtl="0" eaLnBrk="1" latinLnBrk="0" hangingPunct="1">
        <a:lnSpc>
          <a:spcPct val="95000"/>
        </a:lnSpc>
        <a:spcBef>
          <a:spcPts val="600"/>
        </a:spcBef>
        <a:buClr>
          <a:srgbClr val="AB162B"/>
        </a:buClr>
        <a:buFont typeface="Verdana" pitchFamily="34" charset="0"/>
        <a:buChar char="─"/>
        <a:defRPr sz="2000" kern="1200">
          <a:solidFill>
            <a:srgbClr val="272626"/>
          </a:solidFill>
          <a:latin typeface="Arial" panose="020B0604020202020204" pitchFamily="34" charset="0"/>
          <a:ea typeface="Verdana" pitchFamily="34" charset="0"/>
          <a:cs typeface="Arial" panose="020B0604020202020204" pitchFamily="34" charset="0"/>
        </a:defRPr>
      </a:lvl2pPr>
      <a:lvl3pPr marL="868680" indent="-228600" algn="l" defTabSz="914400" rtl="0" eaLnBrk="1" latinLnBrk="0" hangingPunct="1">
        <a:lnSpc>
          <a:spcPct val="95000"/>
        </a:lnSpc>
        <a:spcBef>
          <a:spcPts val="600"/>
        </a:spcBef>
        <a:buClr>
          <a:srgbClr val="AB162B"/>
        </a:buClr>
        <a:buFont typeface="Wingdings" pitchFamily="2" charset="2"/>
        <a:buChar char="§"/>
        <a:defRPr sz="1800" kern="1200">
          <a:solidFill>
            <a:srgbClr val="272626"/>
          </a:solidFill>
          <a:latin typeface="Arial" panose="020B0604020202020204" pitchFamily="34" charset="0"/>
          <a:ea typeface="Verdana" pitchFamily="34" charset="0"/>
          <a:cs typeface="Arial" panose="020B0604020202020204" pitchFamily="34" charset="0"/>
        </a:defRPr>
      </a:lvl3pPr>
      <a:lvl4pPr marL="1143000" indent="-228600" algn="l" defTabSz="914400" rtl="0" eaLnBrk="1" latinLnBrk="0" hangingPunct="1">
        <a:lnSpc>
          <a:spcPct val="95000"/>
        </a:lnSpc>
        <a:spcBef>
          <a:spcPts val="600"/>
        </a:spcBef>
        <a:buClr>
          <a:srgbClr val="AB162B"/>
        </a:buClr>
        <a:buFont typeface="Courier New" pitchFamily="49" charset="0"/>
        <a:buChar char="o"/>
        <a:defRPr sz="1600" kern="1200">
          <a:solidFill>
            <a:srgbClr val="272626"/>
          </a:solidFill>
          <a:latin typeface="Arial" panose="020B0604020202020204" pitchFamily="34" charset="0"/>
          <a:ea typeface="Verdana" pitchFamily="34" charset="0"/>
          <a:cs typeface="Arial" panose="020B0604020202020204" pitchFamily="34" charset="0"/>
        </a:defRPr>
      </a:lvl4pPr>
      <a:lvl5pPr marL="1371600" indent="-228600" algn="l" defTabSz="914400" rtl="0" eaLnBrk="1" latinLnBrk="0" hangingPunct="1">
        <a:lnSpc>
          <a:spcPct val="95000"/>
        </a:lnSpc>
        <a:spcBef>
          <a:spcPts val="600"/>
        </a:spcBef>
        <a:buClr>
          <a:srgbClr val="AB162B"/>
        </a:buClr>
        <a:buFont typeface="Arial" pitchFamily="34" charset="0"/>
        <a:buChar char="•"/>
        <a:defRPr sz="1600" kern="1200" baseline="0">
          <a:solidFill>
            <a:srgbClr val="272626"/>
          </a:solidFill>
          <a:latin typeface="Arial" panose="020B0604020202020204" pitchFamily="34" charset="0"/>
          <a:ea typeface="Verdana" pitchFamily="34" charset="0"/>
          <a:cs typeface="Arial" panose="020B0604020202020204" pitchFamily="34" charset="0"/>
        </a:defRPr>
      </a:lvl5pPr>
      <a:lvl6pPr marL="1645920" indent="-228600" algn="l" defTabSz="914400" rtl="0" eaLnBrk="1" latinLnBrk="0" hangingPunct="1">
        <a:spcBef>
          <a:spcPct val="20000"/>
        </a:spcBef>
        <a:buClr>
          <a:schemeClr val="accent1"/>
        </a:buClr>
        <a:buFont typeface="Arial" pitchFamily="34" charset="0"/>
        <a:buChar char="•"/>
        <a:defRPr sz="1600" kern="1200">
          <a:solidFill>
            <a:schemeClr val="tx2"/>
          </a:solidFill>
          <a:latin typeface="+mn-lt"/>
          <a:ea typeface="+mn-ea"/>
          <a:cs typeface="+mn-cs"/>
        </a:defRPr>
      </a:lvl6pPr>
      <a:lvl7pPr marL="1901952" indent="-228600" algn="l" defTabSz="914400" rtl="0" eaLnBrk="1" latinLnBrk="0" hangingPunct="1">
        <a:spcBef>
          <a:spcPct val="20000"/>
        </a:spcBef>
        <a:buClr>
          <a:schemeClr val="accent1"/>
        </a:buClr>
        <a:buFont typeface="Arial" pitchFamily="34" charset="0"/>
        <a:buChar char="•"/>
        <a:defRPr sz="1600" kern="1200">
          <a:solidFill>
            <a:schemeClr val="tx2"/>
          </a:solidFill>
          <a:latin typeface="+mn-lt"/>
          <a:ea typeface="+mn-ea"/>
          <a:cs typeface="+mn-cs"/>
        </a:defRPr>
      </a:lvl7pPr>
      <a:lvl8pPr marL="2194560" indent="-228600" algn="l" defTabSz="914400" rtl="0" eaLnBrk="1" latinLnBrk="0" hangingPunct="1">
        <a:spcBef>
          <a:spcPct val="20000"/>
        </a:spcBef>
        <a:buClr>
          <a:schemeClr val="accent1"/>
        </a:buClr>
        <a:buFont typeface="Arial" pitchFamily="34" charset="0"/>
        <a:buChar char="•"/>
        <a:defRPr sz="1600" kern="1200">
          <a:solidFill>
            <a:schemeClr val="tx2"/>
          </a:solidFill>
          <a:latin typeface="+mn-lt"/>
          <a:ea typeface="+mn-ea"/>
          <a:cs typeface="+mn-cs"/>
        </a:defRPr>
      </a:lvl8pPr>
      <a:lvl9pPr marL="2468880" indent="-228600" algn="l" defTabSz="914400" rtl="0" eaLnBrk="1" latinLnBrk="0" hangingPunct="1">
        <a:spcBef>
          <a:spcPct val="20000"/>
        </a:spcBef>
        <a:buClr>
          <a:schemeClr val="accent1"/>
        </a:buClr>
        <a:buFont typeface="Arial" pitchFamily="34" charset="0"/>
        <a:buChar char="•"/>
        <a:defRPr sz="1600" kern="120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png"/><Relationship Id="rId1" Type="http://schemas.openxmlformats.org/officeDocument/2006/relationships/slideLayout" Target="../slideLayouts/slideLayout3.xml"/><Relationship Id="rId5" Type="http://schemas.openxmlformats.org/officeDocument/2006/relationships/image" Target="../media/image15.jpeg"/><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E0BAC-AB4A-676E-CBD9-909D7493109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6C6C106-400C-9756-8703-3935B95AD188}"/>
              </a:ext>
            </a:extLst>
          </p:cNvPr>
          <p:cNvSpPr>
            <a:spLocks noGrp="1"/>
          </p:cNvSpPr>
          <p:nvPr>
            <p:ph type="subTitle" idx="1"/>
          </p:nvPr>
        </p:nvSpPr>
        <p:spPr/>
        <p:txBody>
          <a:bodyPr/>
          <a:lstStyle/>
          <a:p>
            <a:pPr marL="0" indent="0">
              <a:buNone/>
            </a:pPr>
            <a:r>
              <a:rPr lang="en-US" dirty="0"/>
              <a:t>Presented By Brian Almaguer</a:t>
            </a:r>
          </a:p>
        </p:txBody>
      </p:sp>
      <p:sp>
        <p:nvSpPr>
          <p:cNvPr id="2" name="Title 1">
            <a:extLst>
              <a:ext uri="{FF2B5EF4-FFF2-40B4-BE49-F238E27FC236}">
                <a16:creationId xmlns:a16="http://schemas.microsoft.com/office/drawing/2014/main" id="{0B178811-CF57-C896-8AC7-D68A5FAF2E46}"/>
              </a:ext>
            </a:extLst>
          </p:cNvPr>
          <p:cNvSpPr>
            <a:spLocks noGrp="1"/>
          </p:cNvSpPr>
          <p:nvPr>
            <p:ph type="ctrTitle"/>
          </p:nvPr>
        </p:nvSpPr>
        <p:spPr/>
        <p:txBody>
          <a:bodyPr/>
          <a:lstStyle/>
          <a:p>
            <a:r>
              <a:rPr lang="en-US" dirty="0"/>
              <a:t>Adversarial Attacks</a:t>
            </a:r>
            <a:br>
              <a:rPr lang="en-US" dirty="0"/>
            </a:br>
            <a:r>
              <a:rPr lang="en-US" dirty="0"/>
              <a:t>Adversarial Training</a:t>
            </a:r>
            <a:br>
              <a:rPr lang="en-US" dirty="0"/>
            </a:br>
            <a:r>
              <a:rPr lang="en-US" dirty="0"/>
              <a:t>Adversarial Defense</a:t>
            </a:r>
          </a:p>
        </p:txBody>
      </p:sp>
      <p:sp>
        <p:nvSpPr>
          <p:cNvPr id="6" name="TextBox 5">
            <a:extLst>
              <a:ext uri="{FF2B5EF4-FFF2-40B4-BE49-F238E27FC236}">
                <a16:creationId xmlns:a16="http://schemas.microsoft.com/office/drawing/2014/main" id="{67CD1630-F34A-0A53-3C14-B3B785869E8B}"/>
              </a:ext>
            </a:extLst>
          </p:cNvPr>
          <p:cNvSpPr txBox="1"/>
          <p:nvPr/>
        </p:nvSpPr>
        <p:spPr>
          <a:xfrm>
            <a:off x="3901440" y="5953760"/>
            <a:ext cx="0" cy="0"/>
          </a:xfrm>
          <a:prstGeom prst="rect">
            <a:avLst/>
          </a:prstGeom>
          <a:noFill/>
        </p:spPr>
        <p:txBody>
          <a:bodyPr wrap="none" rtlCol="0">
            <a:noAutofit/>
          </a:bodyPr>
          <a:lstStyle/>
          <a:p>
            <a:pPr algn="ctr"/>
            <a:endParaRPr lang="en-US" sz="1600" dirty="0" err="1"/>
          </a:p>
        </p:txBody>
      </p:sp>
    </p:spTree>
    <p:extLst>
      <p:ext uri="{BB962C8B-B14F-4D97-AF65-F5344CB8AC3E}">
        <p14:creationId xmlns:p14="http://schemas.microsoft.com/office/powerpoint/2010/main" val="37671305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D17E8-3E65-2E43-D2BE-48731D1046DE}"/>
              </a:ext>
            </a:extLst>
          </p:cNvPr>
          <p:cNvSpPr>
            <a:spLocks noGrp="1"/>
          </p:cNvSpPr>
          <p:nvPr>
            <p:ph type="ctrTitle"/>
          </p:nvPr>
        </p:nvSpPr>
        <p:spPr/>
        <p:txBody>
          <a:bodyPr/>
          <a:lstStyle/>
          <a:p>
            <a:r>
              <a:rPr lang="en-US" dirty="0"/>
              <a:t>NAIRR 2.2 Workshop,</a:t>
            </a:r>
            <a:br>
              <a:rPr lang="en-US" dirty="0"/>
            </a:br>
            <a:r>
              <a:rPr lang="en-US" dirty="0"/>
              <a:t>Security of AI Deployment</a:t>
            </a:r>
          </a:p>
        </p:txBody>
      </p:sp>
      <p:sp>
        <p:nvSpPr>
          <p:cNvPr id="3" name="Subtitle 2">
            <a:extLst>
              <a:ext uri="{FF2B5EF4-FFF2-40B4-BE49-F238E27FC236}">
                <a16:creationId xmlns:a16="http://schemas.microsoft.com/office/drawing/2014/main" id="{8193679C-7B81-3C65-E1C1-5FDEFB2EE145}"/>
              </a:ext>
            </a:extLst>
          </p:cNvPr>
          <p:cNvSpPr>
            <a:spLocks noGrp="1"/>
          </p:cNvSpPr>
          <p:nvPr>
            <p:ph type="subTitle" idx="1"/>
          </p:nvPr>
        </p:nvSpPr>
        <p:spPr/>
        <p:txBody>
          <a:bodyPr>
            <a:normAutofit lnSpcReduction="10000"/>
          </a:bodyPr>
          <a:lstStyle/>
          <a:p>
            <a:r>
              <a:rPr lang="en-US" dirty="0"/>
              <a:t>Presented By: </a:t>
            </a:r>
          </a:p>
          <a:p>
            <a:r>
              <a:rPr lang="en-US" dirty="0"/>
              <a:t>Brian Almaguer, Cooper Dean, and Chao Wang</a:t>
            </a:r>
          </a:p>
        </p:txBody>
      </p:sp>
      <p:sp>
        <p:nvSpPr>
          <p:cNvPr id="4" name="TextBox 3">
            <a:extLst>
              <a:ext uri="{FF2B5EF4-FFF2-40B4-BE49-F238E27FC236}">
                <a16:creationId xmlns:a16="http://schemas.microsoft.com/office/drawing/2014/main" id="{6BC7616F-2A61-600D-8733-CD9238B895E6}"/>
              </a:ext>
            </a:extLst>
          </p:cNvPr>
          <p:cNvSpPr txBox="1"/>
          <p:nvPr/>
        </p:nvSpPr>
        <p:spPr>
          <a:xfrm>
            <a:off x="4348480" y="6065520"/>
            <a:ext cx="0" cy="0"/>
          </a:xfrm>
          <a:prstGeom prst="rect">
            <a:avLst/>
          </a:prstGeom>
          <a:noFill/>
        </p:spPr>
        <p:txBody>
          <a:bodyPr wrap="none" rtlCol="0">
            <a:noAutofit/>
          </a:bodyPr>
          <a:lstStyle/>
          <a:p>
            <a:pPr algn="ctr"/>
            <a:endParaRPr lang="en-US" sz="1600" dirty="0" err="1"/>
          </a:p>
        </p:txBody>
      </p:sp>
    </p:spTree>
    <p:extLst>
      <p:ext uri="{BB962C8B-B14F-4D97-AF65-F5344CB8AC3E}">
        <p14:creationId xmlns:p14="http://schemas.microsoft.com/office/powerpoint/2010/main" val="31983493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D097-E8CE-5AF3-3A5F-28BF8A3C86E6}"/>
              </a:ext>
            </a:extLst>
          </p:cNvPr>
          <p:cNvSpPr>
            <a:spLocks noGrp="1"/>
          </p:cNvSpPr>
          <p:nvPr>
            <p:ph type="title"/>
          </p:nvPr>
        </p:nvSpPr>
        <p:spPr/>
        <p:txBody>
          <a:bodyPr/>
          <a:lstStyle/>
          <a:p>
            <a:r>
              <a:rPr lang="en-US" dirty="0"/>
              <a:t>Adversarial Attacks​</a:t>
            </a:r>
          </a:p>
        </p:txBody>
      </p:sp>
      <p:sp>
        <p:nvSpPr>
          <p:cNvPr id="3" name="Content Placeholder 2">
            <a:extLst>
              <a:ext uri="{FF2B5EF4-FFF2-40B4-BE49-F238E27FC236}">
                <a16:creationId xmlns:a16="http://schemas.microsoft.com/office/drawing/2014/main" id="{23440E51-022F-B3A6-2822-AFBF06C6AEF1}"/>
              </a:ext>
            </a:extLst>
          </p:cNvPr>
          <p:cNvSpPr>
            <a:spLocks noGrp="1"/>
          </p:cNvSpPr>
          <p:nvPr>
            <p:ph idx="1"/>
          </p:nvPr>
        </p:nvSpPr>
        <p:spPr/>
        <p:txBody>
          <a:bodyPr anchor="ctr">
            <a:normAutofit fontScale="92500"/>
          </a:bodyPr>
          <a:lstStyle/>
          <a:p>
            <a:pPr marL="0" indent="0">
              <a:buNone/>
            </a:pPr>
            <a:r>
              <a:rPr lang="en-US" b="1" dirty="0"/>
              <a:t>Adversarial attacks </a:t>
            </a:r>
            <a:r>
              <a:rPr lang="en-US" dirty="0"/>
              <a:t>are techniques used to fool machine learning models by making small, often imperceptible modifications to input data that cause the model to make incorrect predictions.​</a:t>
            </a:r>
          </a:p>
          <a:p>
            <a:pPr marL="0" indent="0">
              <a:buNone/>
            </a:pPr>
            <a:r>
              <a:rPr lang="en-US" b="1" dirty="0"/>
              <a:t>Key concepts:​</a:t>
            </a:r>
          </a:p>
          <a:p>
            <a:r>
              <a:rPr lang="en-US" dirty="0"/>
              <a:t>Subtle perturbations: Small changes to input (like images, audio, or text) that are barely noticeable to humans but cause significant changes in model predictions​</a:t>
            </a:r>
          </a:p>
          <a:p>
            <a:r>
              <a:rPr lang="en-US" dirty="0"/>
              <a:t>Targeted vs. untargeted: Attacks can aim to make a model misclassify something as a specific wrong class (targeted) or just make any wrong prediction (untargeted)​</a:t>
            </a:r>
          </a:p>
          <a:p>
            <a:r>
              <a:rPr lang="en-US" dirty="0"/>
              <a:t>White-box vs. black-box: Attacks can exploit full knowledge of the model's architecture and weights (white-box) or work without that information (black-box)​</a:t>
            </a:r>
          </a:p>
        </p:txBody>
      </p:sp>
    </p:spTree>
    <p:extLst>
      <p:ext uri="{BB962C8B-B14F-4D97-AF65-F5344CB8AC3E}">
        <p14:creationId xmlns:p14="http://schemas.microsoft.com/office/powerpoint/2010/main" val="4134264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44D1E-1803-FBD7-C374-C924AFB70B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4F05FE-40AE-B46E-5A1B-1577D6A8D99E}"/>
              </a:ext>
            </a:extLst>
          </p:cNvPr>
          <p:cNvSpPr>
            <a:spLocks noGrp="1"/>
          </p:cNvSpPr>
          <p:nvPr>
            <p:ph type="title"/>
          </p:nvPr>
        </p:nvSpPr>
        <p:spPr/>
        <p:txBody>
          <a:bodyPr/>
          <a:lstStyle/>
          <a:p>
            <a:r>
              <a:rPr lang="en-US" dirty="0"/>
              <a:t>Adversarial Attacks​</a:t>
            </a:r>
          </a:p>
        </p:txBody>
      </p:sp>
      <p:sp>
        <p:nvSpPr>
          <p:cNvPr id="3" name="Content Placeholder 2">
            <a:extLst>
              <a:ext uri="{FF2B5EF4-FFF2-40B4-BE49-F238E27FC236}">
                <a16:creationId xmlns:a16="http://schemas.microsoft.com/office/drawing/2014/main" id="{A48554AE-9CE3-BB92-71D5-5210002B10CF}"/>
              </a:ext>
            </a:extLst>
          </p:cNvPr>
          <p:cNvSpPr>
            <a:spLocks noGrp="1"/>
          </p:cNvSpPr>
          <p:nvPr>
            <p:ph idx="1"/>
          </p:nvPr>
        </p:nvSpPr>
        <p:spPr/>
        <p:txBody>
          <a:bodyPr anchor="ctr">
            <a:normAutofit/>
          </a:bodyPr>
          <a:lstStyle/>
          <a:p>
            <a:pPr marL="0" indent="0" fontAlgn="base">
              <a:buNone/>
            </a:pPr>
            <a:r>
              <a:rPr lang="en-US" sz="2200" b="1" dirty="0"/>
              <a:t>Common examples:</a:t>
            </a:r>
            <a:r>
              <a:rPr lang="en-US" sz="2200" dirty="0"/>
              <a:t>​</a:t>
            </a:r>
          </a:p>
          <a:p>
            <a:pPr fontAlgn="base"/>
            <a:r>
              <a:rPr lang="en-US" sz="2200" dirty="0"/>
              <a:t>Adding imperceptible noise to a stop sign image to make a self-driving car misclassify it as a speed limit sign​</a:t>
            </a:r>
          </a:p>
          <a:p>
            <a:pPr fontAlgn="base"/>
            <a:r>
              <a:rPr lang="en-US" sz="2200" dirty="0"/>
              <a:t>Modifying pixels in an image of a panda so it's classified as a gibbon​</a:t>
            </a:r>
          </a:p>
          <a:p>
            <a:pPr fontAlgn="base"/>
            <a:r>
              <a:rPr lang="en-US" sz="2200" dirty="0"/>
              <a:t>Altering audio waveforms to change speech recognition output​</a:t>
            </a:r>
          </a:p>
          <a:p>
            <a:pPr marL="0" indent="0" fontAlgn="base">
              <a:buNone/>
            </a:pPr>
            <a:r>
              <a:rPr lang="en-US" sz="2200" b="1" dirty="0"/>
              <a:t>Why it matters:</a:t>
            </a:r>
            <a:r>
              <a:rPr lang="en-US" sz="2200" dirty="0"/>
              <a:t>​</a:t>
            </a:r>
          </a:p>
          <a:p>
            <a:pPr fontAlgn="base"/>
            <a:r>
              <a:rPr lang="en-US" sz="2200" dirty="0"/>
              <a:t>Adversarial attacks expose vulnerabilities in AI systems, especially in security-critical applications like autonomous vehicles, facial recognition, malware detection, and medical diagnosis. Understanding these attacks is crucial for developing robust, secure AI systems.​</a:t>
            </a:r>
          </a:p>
        </p:txBody>
      </p:sp>
    </p:spTree>
    <p:extLst>
      <p:ext uri="{BB962C8B-B14F-4D97-AF65-F5344CB8AC3E}">
        <p14:creationId xmlns:p14="http://schemas.microsoft.com/office/powerpoint/2010/main" val="26209197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3B484-4DC8-9EC8-4920-58EBA09890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E0F94C-5BAE-D33D-FADF-ACB090CCC63F}"/>
              </a:ext>
            </a:extLst>
          </p:cNvPr>
          <p:cNvSpPr>
            <a:spLocks noGrp="1"/>
          </p:cNvSpPr>
          <p:nvPr>
            <p:ph type="title"/>
          </p:nvPr>
        </p:nvSpPr>
        <p:spPr/>
        <p:txBody>
          <a:bodyPr/>
          <a:lstStyle/>
          <a:p>
            <a:r>
              <a:rPr lang="en-US" dirty="0"/>
              <a:t>Adversarial Attacks​</a:t>
            </a:r>
          </a:p>
        </p:txBody>
      </p:sp>
      <p:graphicFrame>
        <p:nvGraphicFramePr>
          <p:cNvPr id="4" name="Table 3">
            <a:extLst>
              <a:ext uri="{FF2B5EF4-FFF2-40B4-BE49-F238E27FC236}">
                <a16:creationId xmlns:a16="http://schemas.microsoft.com/office/drawing/2014/main" id="{2F96E519-261D-1E41-6D71-C2423FA99BDB}"/>
              </a:ext>
            </a:extLst>
          </p:cNvPr>
          <p:cNvGraphicFramePr>
            <a:graphicFrameLocks noGrp="1"/>
          </p:cNvGraphicFramePr>
          <p:nvPr>
            <p:extLst>
              <p:ext uri="{D42A27DB-BD31-4B8C-83A1-F6EECF244321}">
                <p14:modId xmlns:p14="http://schemas.microsoft.com/office/powerpoint/2010/main" val="2800571625"/>
              </p:ext>
            </p:extLst>
          </p:nvPr>
        </p:nvGraphicFramePr>
        <p:xfrm>
          <a:off x="609599" y="1524000"/>
          <a:ext cx="10972800" cy="4440384"/>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55048">
                <a:tc>
                  <a:txBody>
                    <a:bodyPr/>
                    <a:lstStyle/>
                    <a:p>
                      <a:pPr algn="ctr">
                        <a:defRPr sz="1100" b="1">
                          <a:solidFill>
                            <a:srgbClr val="FFFFFF"/>
                          </a:solidFill>
                        </a:defRPr>
                      </a:pPr>
                      <a:r>
                        <a:t>Attribute</a:t>
                      </a:r>
                    </a:p>
                  </a:txBody>
                  <a:tcPr anchor="ctr">
                    <a:solidFill>
                      <a:srgbClr val="193264"/>
                    </a:solidFill>
                  </a:tcPr>
                </a:tc>
                <a:tc>
                  <a:txBody>
                    <a:bodyPr/>
                    <a:lstStyle/>
                    <a:p>
                      <a:pPr algn="ctr">
                        <a:defRPr sz="1100" b="1">
                          <a:solidFill>
                            <a:srgbClr val="FFFFFF"/>
                          </a:solidFill>
                        </a:defRPr>
                      </a:pPr>
                      <a:r>
                        <a:t>FGSM</a:t>
                      </a:r>
                    </a:p>
                  </a:txBody>
                  <a:tcPr anchor="ctr">
                    <a:solidFill>
                      <a:srgbClr val="193264"/>
                    </a:solidFill>
                  </a:tcPr>
                </a:tc>
                <a:tc>
                  <a:txBody>
                    <a:bodyPr/>
                    <a:lstStyle/>
                    <a:p>
                      <a:pPr algn="ctr">
                        <a:defRPr sz="1100" b="1">
                          <a:solidFill>
                            <a:srgbClr val="FFFFFF"/>
                          </a:solidFill>
                        </a:defRPr>
                      </a:pPr>
                      <a:r>
                        <a:t>PGD</a:t>
                      </a:r>
                    </a:p>
                  </a:txBody>
                  <a:tcPr anchor="ctr">
                    <a:solidFill>
                      <a:srgbClr val="193264"/>
                    </a:solidFill>
                  </a:tcPr>
                </a:tc>
                <a:tc>
                  <a:txBody>
                    <a:bodyPr/>
                    <a:lstStyle/>
                    <a:p>
                      <a:pPr algn="ctr">
                        <a:defRPr sz="1100" b="1">
                          <a:solidFill>
                            <a:srgbClr val="FFFFFF"/>
                          </a:solidFill>
                        </a:defRPr>
                      </a:pPr>
                      <a:r>
                        <a:t>C&amp;W</a:t>
                      </a:r>
                    </a:p>
                  </a:txBody>
                  <a:tcPr anchor="ctr">
                    <a:solidFill>
                      <a:srgbClr val="193264"/>
                    </a:solidFill>
                  </a:tcPr>
                </a:tc>
                <a:extLst>
                  <a:ext uri="{0D108BD9-81ED-4DB2-BD59-A6C34878D82A}">
                    <a16:rowId xmlns:a16="http://schemas.microsoft.com/office/drawing/2014/main" val="10000"/>
                  </a:ext>
                </a:extLst>
              </a:tr>
              <a:tr h="555048">
                <a:tc>
                  <a:txBody>
                    <a:bodyPr/>
                    <a:lstStyle/>
                    <a:p>
                      <a:pPr algn="ctr">
                        <a:defRPr sz="1100"/>
                      </a:pPr>
                      <a:r>
                        <a:t>Computation</a:t>
                      </a:r>
                    </a:p>
                  </a:txBody>
                  <a:tcPr anchor="ctr">
                    <a:solidFill>
                      <a:srgbClr val="C8DCF0"/>
                    </a:solidFill>
                  </a:tcPr>
                </a:tc>
                <a:tc>
                  <a:txBody>
                    <a:bodyPr/>
                    <a:lstStyle/>
                    <a:p>
                      <a:pPr algn="ctr">
                        <a:defRPr sz="1100"/>
                      </a:pPr>
                      <a:r>
                        <a:t>1 pass</a:t>
                      </a:r>
                    </a:p>
                  </a:txBody>
                  <a:tcPr anchor="ctr">
                    <a:solidFill>
                      <a:srgbClr val="C8DCF0"/>
                    </a:solidFill>
                  </a:tcPr>
                </a:tc>
                <a:tc>
                  <a:txBody>
                    <a:bodyPr/>
                    <a:lstStyle/>
                    <a:p>
                      <a:pPr algn="ctr">
                        <a:defRPr sz="1100"/>
                      </a:pPr>
                      <a:r>
                        <a:t>10-100 passes</a:t>
                      </a:r>
                    </a:p>
                  </a:txBody>
                  <a:tcPr anchor="ctr">
                    <a:solidFill>
                      <a:srgbClr val="C8DCF0"/>
                    </a:solidFill>
                  </a:tcPr>
                </a:tc>
                <a:tc>
                  <a:txBody>
                    <a:bodyPr/>
                    <a:lstStyle/>
                    <a:p>
                      <a:pPr algn="ctr">
                        <a:defRPr sz="1100"/>
                      </a:pPr>
                      <a:r>
                        <a:t>1000+ iterations</a:t>
                      </a:r>
                    </a:p>
                  </a:txBody>
                  <a:tcPr anchor="ctr">
                    <a:solidFill>
                      <a:srgbClr val="C8DCF0"/>
                    </a:solidFill>
                  </a:tcPr>
                </a:tc>
                <a:extLst>
                  <a:ext uri="{0D108BD9-81ED-4DB2-BD59-A6C34878D82A}">
                    <a16:rowId xmlns:a16="http://schemas.microsoft.com/office/drawing/2014/main" val="10001"/>
                  </a:ext>
                </a:extLst>
              </a:tr>
              <a:tr h="555048">
                <a:tc>
                  <a:txBody>
                    <a:bodyPr/>
                    <a:lstStyle/>
                    <a:p>
                      <a:pPr algn="ctr">
                        <a:defRPr sz="1100"/>
                      </a:pPr>
                      <a:r>
                        <a:rPr dirty="0"/>
                        <a:t>Wall-clock Time</a:t>
                      </a:r>
                    </a:p>
                  </a:txBody>
                  <a:tcPr anchor="ctr">
                    <a:solidFill>
                      <a:srgbClr val="C8DCF0"/>
                    </a:solidFill>
                  </a:tcPr>
                </a:tc>
                <a:tc>
                  <a:txBody>
                    <a:bodyPr/>
                    <a:lstStyle/>
                    <a:p>
                      <a:pPr algn="ctr">
                        <a:defRPr sz="1100"/>
                      </a:pPr>
                      <a:r>
                        <a:t>milliseconds</a:t>
                      </a:r>
                    </a:p>
                  </a:txBody>
                  <a:tcPr anchor="ctr">
                    <a:solidFill>
                      <a:srgbClr val="C8DCF0"/>
                    </a:solidFill>
                  </a:tcPr>
                </a:tc>
                <a:tc>
                  <a:txBody>
                    <a:bodyPr/>
                    <a:lstStyle/>
                    <a:p>
                      <a:pPr algn="ctr">
                        <a:defRPr sz="1100"/>
                      </a:pPr>
                      <a:r>
                        <a:t>seconds</a:t>
                      </a:r>
                    </a:p>
                  </a:txBody>
                  <a:tcPr anchor="ctr">
                    <a:solidFill>
                      <a:srgbClr val="C8DCF0"/>
                    </a:solidFill>
                  </a:tcPr>
                </a:tc>
                <a:tc>
                  <a:txBody>
                    <a:bodyPr/>
                    <a:lstStyle/>
                    <a:p>
                      <a:pPr algn="ctr">
                        <a:defRPr sz="1100"/>
                      </a:pPr>
                      <a:r>
                        <a:t>minutes</a:t>
                      </a:r>
                    </a:p>
                  </a:txBody>
                  <a:tcPr anchor="ctr">
                    <a:solidFill>
                      <a:srgbClr val="C8DCF0"/>
                    </a:solidFill>
                  </a:tcPr>
                </a:tc>
                <a:extLst>
                  <a:ext uri="{0D108BD9-81ED-4DB2-BD59-A6C34878D82A}">
                    <a16:rowId xmlns:a16="http://schemas.microsoft.com/office/drawing/2014/main" val="10002"/>
                  </a:ext>
                </a:extLst>
              </a:tr>
              <a:tr h="555048">
                <a:tc>
                  <a:txBody>
                    <a:bodyPr/>
                    <a:lstStyle/>
                    <a:p>
                      <a:pPr algn="ctr">
                        <a:defRPr sz="1100"/>
                      </a:pPr>
                      <a:r>
                        <a:t>Perturbation Size</a:t>
                      </a:r>
                    </a:p>
                  </a:txBody>
                  <a:tcPr anchor="ctr">
                    <a:solidFill>
                      <a:srgbClr val="C8DCF0"/>
                    </a:solidFill>
                  </a:tcPr>
                </a:tc>
                <a:tc>
                  <a:txBody>
                    <a:bodyPr/>
                    <a:lstStyle/>
                    <a:p>
                      <a:pPr algn="ctr">
                        <a:defRPr sz="1100"/>
                      </a:pPr>
                      <a:r>
                        <a:rPr dirty="0"/>
                        <a:t>Large</a:t>
                      </a:r>
                    </a:p>
                  </a:txBody>
                  <a:tcPr anchor="ctr">
                    <a:solidFill>
                      <a:srgbClr val="C8DCF0"/>
                    </a:solidFill>
                  </a:tcPr>
                </a:tc>
                <a:tc>
                  <a:txBody>
                    <a:bodyPr/>
                    <a:lstStyle/>
                    <a:p>
                      <a:pPr algn="ctr">
                        <a:defRPr sz="1100"/>
                      </a:pPr>
                      <a:r>
                        <a:t>Medium</a:t>
                      </a:r>
                    </a:p>
                  </a:txBody>
                  <a:tcPr anchor="ctr">
                    <a:solidFill>
                      <a:srgbClr val="C8DCF0"/>
                    </a:solidFill>
                  </a:tcPr>
                </a:tc>
                <a:tc>
                  <a:txBody>
                    <a:bodyPr/>
                    <a:lstStyle/>
                    <a:p>
                      <a:pPr algn="ctr">
                        <a:defRPr sz="1100"/>
                      </a:pPr>
                      <a:r>
                        <a:t>Small</a:t>
                      </a:r>
                    </a:p>
                  </a:txBody>
                  <a:tcPr anchor="ctr">
                    <a:solidFill>
                      <a:srgbClr val="C8DCF0"/>
                    </a:solidFill>
                  </a:tcPr>
                </a:tc>
                <a:extLst>
                  <a:ext uri="{0D108BD9-81ED-4DB2-BD59-A6C34878D82A}">
                    <a16:rowId xmlns:a16="http://schemas.microsoft.com/office/drawing/2014/main" val="10003"/>
                  </a:ext>
                </a:extLst>
              </a:tr>
              <a:tr h="555048">
                <a:tc>
                  <a:txBody>
                    <a:bodyPr/>
                    <a:lstStyle/>
                    <a:p>
                      <a:pPr algn="ctr">
                        <a:defRPr sz="1100"/>
                      </a:pPr>
                      <a:r>
                        <a:rPr dirty="0"/>
                        <a:t>Success Rate</a:t>
                      </a:r>
                    </a:p>
                  </a:txBody>
                  <a:tcPr anchor="ctr">
                    <a:solidFill>
                      <a:srgbClr val="C8DCF0"/>
                    </a:solidFill>
                  </a:tcPr>
                </a:tc>
                <a:tc>
                  <a:txBody>
                    <a:bodyPr/>
                    <a:lstStyle/>
                    <a:p>
                      <a:pPr algn="ctr">
                        <a:defRPr sz="1100"/>
                      </a:pPr>
                      <a:r>
                        <a:t>Low-Medium</a:t>
                      </a:r>
                    </a:p>
                  </a:txBody>
                  <a:tcPr anchor="ctr">
                    <a:solidFill>
                      <a:srgbClr val="C8DCF0"/>
                    </a:solidFill>
                  </a:tcPr>
                </a:tc>
                <a:tc>
                  <a:txBody>
                    <a:bodyPr/>
                    <a:lstStyle/>
                    <a:p>
                      <a:pPr algn="ctr">
                        <a:defRPr sz="1100"/>
                      </a:pPr>
                      <a:r>
                        <a:rPr dirty="0"/>
                        <a:t>High</a:t>
                      </a:r>
                    </a:p>
                  </a:txBody>
                  <a:tcPr anchor="ctr">
                    <a:solidFill>
                      <a:srgbClr val="C8DCF0"/>
                    </a:solidFill>
                  </a:tcPr>
                </a:tc>
                <a:tc>
                  <a:txBody>
                    <a:bodyPr/>
                    <a:lstStyle/>
                    <a:p>
                      <a:pPr algn="ctr">
                        <a:defRPr sz="1100"/>
                      </a:pPr>
                      <a:r>
                        <a:t>Very High</a:t>
                      </a:r>
                    </a:p>
                  </a:txBody>
                  <a:tcPr anchor="ctr">
                    <a:solidFill>
                      <a:srgbClr val="C8DCF0"/>
                    </a:solidFill>
                  </a:tcPr>
                </a:tc>
                <a:extLst>
                  <a:ext uri="{0D108BD9-81ED-4DB2-BD59-A6C34878D82A}">
                    <a16:rowId xmlns:a16="http://schemas.microsoft.com/office/drawing/2014/main" val="10004"/>
                  </a:ext>
                </a:extLst>
              </a:tr>
              <a:tr h="555048">
                <a:tc>
                  <a:txBody>
                    <a:bodyPr/>
                    <a:lstStyle/>
                    <a:p>
                      <a:pPr algn="ctr">
                        <a:defRPr sz="1100"/>
                      </a:pPr>
                      <a:r>
                        <a:t>Targeted Attacks</a:t>
                      </a:r>
                    </a:p>
                  </a:txBody>
                  <a:tcPr anchor="ctr">
                    <a:solidFill>
                      <a:srgbClr val="C8DCF0"/>
                    </a:solidFill>
                  </a:tcPr>
                </a:tc>
                <a:tc>
                  <a:txBody>
                    <a:bodyPr/>
                    <a:lstStyle/>
                    <a:p>
                      <a:pPr algn="ctr">
                        <a:defRPr sz="1100"/>
                      </a:pPr>
                      <a:r>
                        <a:t>❌</a:t>
                      </a:r>
                    </a:p>
                  </a:txBody>
                  <a:tcPr anchor="ctr">
                    <a:solidFill>
                      <a:srgbClr val="C8DCF0"/>
                    </a:solidFill>
                  </a:tcPr>
                </a:tc>
                <a:tc>
                  <a:txBody>
                    <a:bodyPr/>
                    <a:lstStyle/>
                    <a:p>
                      <a:pPr algn="ctr">
                        <a:defRPr sz="1100"/>
                      </a:pPr>
                      <a:r>
                        <a:t>❌ (hard)</a:t>
                      </a:r>
                    </a:p>
                  </a:txBody>
                  <a:tcPr anchor="ctr">
                    <a:solidFill>
                      <a:srgbClr val="C8DCF0"/>
                    </a:solidFill>
                  </a:tcPr>
                </a:tc>
                <a:tc>
                  <a:txBody>
                    <a:bodyPr/>
                    <a:lstStyle/>
                    <a:p>
                      <a:pPr algn="ctr">
                        <a:defRPr sz="1100"/>
                      </a:pPr>
                      <a:r>
                        <a:t>✅</a:t>
                      </a:r>
                    </a:p>
                  </a:txBody>
                  <a:tcPr anchor="ctr">
                    <a:solidFill>
                      <a:srgbClr val="C8DCF0"/>
                    </a:solidFill>
                  </a:tcPr>
                </a:tc>
                <a:extLst>
                  <a:ext uri="{0D108BD9-81ED-4DB2-BD59-A6C34878D82A}">
                    <a16:rowId xmlns:a16="http://schemas.microsoft.com/office/drawing/2014/main" val="10005"/>
                  </a:ext>
                </a:extLst>
              </a:tr>
              <a:tr h="555048">
                <a:tc>
                  <a:txBody>
                    <a:bodyPr/>
                    <a:lstStyle/>
                    <a:p>
                      <a:pPr algn="ctr">
                        <a:defRPr sz="1100"/>
                      </a:pPr>
                      <a:r>
                        <a:t>Norm Types</a:t>
                      </a:r>
                    </a:p>
                  </a:txBody>
                  <a:tcPr anchor="ctr">
                    <a:solidFill>
                      <a:srgbClr val="C8DCF0"/>
                    </a:solidFill>
                  </a:tcPr>
                </a:tc>
                <a:tc>
                  <a:txBody>
                    <a:bodyPr/>
                    <a:lstStyle/>
                    <a:p>
                      <a:pPr algn="ctr">
                        <a:defRPr sz="1100"/>
                      </a:pPr>
                      <a:r>
                        <a:t>L∞ only</a:t>
                      </a:r>
                    </a:p>
                  </a:txBody>
                  <a:tcPr anchor="ctr">
                    <a:solidFill>
                      <a:srgbClr val="C8DCF0"/>
                    </a:solidFill>
                  </a:tcPr>
                </a:tc>
                <a:tc>
                  <a:txBody>
                    <a:bodyPr/>
                    <a:lstStyle/>
                    <a:p>
                      <a:pPr algn="ctr">
                        <a:defRPr sz="1100"/>
                      </a:pPr>
                      <a:r>
                        <a:t>L∞ only</a:t>
                      </a:r>
                    </a:p>
                  </a:txBody>
                  <a:tcPr anchor="ctr">
                    <a:solidFill>
                      <a:srgbClr val="C8DCF0"/>
                    </a:solidFill>
                  </a:tcPr>
                </a:tc>
                <a:tc>
                  <a:txBody>
                    <a:bodyPr/>
                    <a:lstStyle/>
                    <a:p>
                      <a:pPr algn="ctr">
                        <a:defRPr sz="1100"/>
                      </a:pPr>
                      <a:r>
                        <a:t>L₂, L∞, L₁</a:t>
                      </a:r>
                    </a:p>
                  </a:txBody>
                  <a:tcPr anchor="ctr">
                    <a:solidFill>
                      <a:srgbClr val="C8DCF0"/>
                    </a:solidFill>
                  </a:tcPr>
                </a:tc>
                <a:extLst>
                  <a:ext uri="{0D108BD9-81ED-4DB2-BD59-A6C34878D82A}">
                    <a16:rowId xmlns:a16="http://schemas.microsoft.com/office/drawing/2014/main" val="10006"/>
                  </a:ext>
                </a:extLst>
              </a:tr>
              <a:tr h="555048">
                <a:tc>
                  <a:txBody>
                    <a:bodyPr/>
                    <a:lstStyle/>
                    <a:p>
                      <a:pPr algn="ctr">
                        <a:defRPr sz="1100"/>
                      </a:pPr>
                      <a:r>
                        <a:t>Defensibility</a:t>
                      </a:r>
                    </a:p>
                  </a:txBody>
                  <a:tcPr anchor="ctr">
                    <a:solidFill>
                      <a:srgbClr val="C8DCF0"/>
                    </a:solidFill>
                  </a:tcPr>
                </a:tc>
                <a:tc>
                  <a:txBody>
                    <a:bodyPr/>
                    <a:lstStyle/>
                    <a:p>
                      <a:pPr algn="ctr">
                        <a:defRPr sz="1100"/>
                      </a:pPr>
                      <a:r>
                        <a:t>Easy</a:t>
                      </a:r>
                    </a:p>
                  </a:txBody>
                  <a:tcPr anchor="ctr">
                    <a:solidFill>
                      <a:srgbClr val="C8DCF0"/>
                    </a:solidFill>
                  </a:tcPr>
                </a:tc>
                <a:tc>
                  <a:txBody>
                    <a:bodyPr/>
                    <a:lstStyle/>
                    <a:p>
                      <a:pPr algn="ctr">
                        <a:defRPr sz="1100"/>
                      </a:pPr>
                      <a:r>
                        <a:t>Medium</a:t>
                      </a:r>
                    </a:p>
                  </a:txBody>
                  <a:tcPr anchor="ctr">
                    <a:solidFill>
                      <a:srgbClr val="C8DCF0"/>
                    </a:solidFill>
                  </a:tcPr>
                </a:tc>
                <a:tc>
                  <a:txBody>
                    <a:bodyPr/>
                    <a:lstStyle/>
                    <a:p>
                      <a:pPr algn="ctr">
                        <a:defRPr sz="1100"/>
                      </a:pPr>
                      <a:r>
                        <a:rPr dirty="0"/>
                        <a:t>Very Hard</a:t>
                      </a:r>
                    </a:p>
                  </a:txBody>
                  <a:tcPr anchor="ctr">
                    <a:solidFill>
                      <a:srgbClr val="C8DCF0"/>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28172767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3E49A-7D04-2162-02DE-8F48E05A57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0BA58D-8E1C-35FC-A352-D3EB7EC6C4F2}"/>
              </a:ext>
            </a:extLst>
          </p:cNvPr>
          <p:cNvSpPr>
            <a:spLocks noGrp="1"/>
          </p:cNvSpPr>
          <p:nvPr>
            <p:ph type="title"/>
          </p:nvPr>
        </p:nvSpPr>
        <p:spPr/>
        <p:txBody>
          <a:bodyPr/>
          <a:lstStyle/>
          <a:p>
            <a:r>
              <a:rPr lang="en-US" dirty="0"/>
              <a:t>Adversarial Training and Defense​</a:t>
            </a:r>
          </a:p>
        </p:txBody>
      </p:sp>
      <p:sp>
        <p:nvSpPr>
          <p:cNvPr id="3" name="Content Placeholder 2">
            <a:extLst>
              <a:ext uri="{FF2B5EF4-FFF2-40B4-BE49-F238E27FC236}">
                <a16:creationId xmlns:a16="http://schemas.microsoft.com/office/drawing/2014/main" id="{BED32655-A9D7-7A5A-A899-BAD4BDC8EDE5}"/>
              </a:ext>
            </a:extLst>
          </p:cNvPr>
          <p:cNvSpPr>
            <a:spLocks noGrp="1"/>
          </p:cNvSpPr>
          <p:nvPr>
            <p:ph idx="1"/>
          </p:nvPr>
        </p:nvSpPr>
        <p:spPr/>
        <p:txBody>
          <a:bodyPr anchor="ctr">
            <a:normAutofit/>
          </a:bodyPr>
          <a:lstStyle/>
          <a:p>
            <a:pPr marL="0" indent="0" fontAlgn="base">
              <a:buNone/>
            </a:pPr>
            <a:r>
              <a:rPr lang="en-US" sz="2200" b="1" dirty="0"/>
              <a:t>Adversarial Training</a:t>
            </a:r>
            <a:r>
              <a:rPr lang="en-US" sz="2200" dirty="0"/>
              <a:t> is a defense technique that makes machine learning models more robust by training them on adversarial examples alongside normal data. During training, adversarial examples are generated and the model learns to correctly classify both original and perturbed inputs.​</a:t>
            </a:r>
          </a:p>
          <a:p>
            <a:pPr marL="0" indent="0" fontAlgn="base">
              <a:buNone/>
            </a:pPr>
            <a:r>
              <a:rPr lang="en-US" sz="2200" b="1" dirty="0"/>
              <a:t>How it works:</a:t>
            </a:r>
            <a:r>
              <a:rPr lang="en-US" sz="2200" dirty="0"/>
              <a:t>​</a:t>
            </a:r>
          </a:p>
          <a:p>
            <a:pPr marL="457200" indent="-457200" fontAlgn="base">
              <a:buFont typeface="+mj-lt"/>
              <a:buAutoNum type="arabicPeriod"/>
            </a:pPr>
            <a:r>
              <a:rPr lang="en-US" sz="2200" dirty="0"/>
              <a:t>Generate adversarial examples during training​</a:t>
            </a:r>
          </a:p>
          <a:p>
            <a:pPr marL="457200" indent="-457200" fontAlgn="base">
              <a:buFont typeface="+mj-lt"/>
              <a:buAutoNum type="arabicPeriod"/>
            </a:pPr>
            <a:r>
              <a:rPr lang="en-US" sz="2200" dirty="0"/>
              <a:t>Add them to the training dataset with correct labels​</a:t>
            </a:r>
          </a:p>
          <a:p>
            <a:pPr marL="457200" indent="-457200" fontAlgn="base">
              <a:buFont typeface="+mj-lt"/>
              <a:buAutoNum type="arabicPeriod"/>
            </a:pPr>
            <a:r>
              <a:rPr lang="en-US" sz="2200" dirty="0"/>
              <a:t>Model learns to be resilient to these perturbations​</a:t>
            </a:r>
          </a:p>
          <a:p>
            <a:pPr marL="457200" indent="-457200" fontAlgn="base">
              <a:buFont typeface="+mj-lt"/>
              <a:buAutoNum type="arabicPeriod"/>
            </a:pPr>
            <a:r>
              <a:rPr lang="en-US" sz="2200" dirty="0"/>
              <a:t>Results in more robust decision boundaries​</a:t>
            </a:r>
          </a:p>
        </p:txBody>
      </p:sp>
    </p:spTree>
    <p:extLst>
      <p:ext uri="{BB962C8B-B14F-4D97-AF65-F5344CB8AC3E}">
        <p14:creationId xmlns:p14="http://schemas.microsoft.com/office/powerpoint/2010/main" val="1044260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43ABB-E1FF-38D1-496D-9FE3A4FF9D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52CDE5-8C71-EE92-FC84-EB11B282C95A}"/>
              </a:ext>
            </a:extLst>
          </p:cNvPr>
          <p:cNvSpPr>
            <a:spLocks noGrp="1"/>
          </p:cNvSpPr>
          <p:nvPr>
            <p:ph type="title"/>
          </p:nvPr>
        </p:nvSpPr>
        <p:spPr/>
        <p:txBody>
          <a:bodyPr/>
          <a:lstStyle/>
          <a:p>
            <a:r>
              <a:rPr lang="en-US" dirty="0"/>
              <a:t>Adversarial Training and Defense​</a:t>
            </a:r>
          </a:p>
        </p:txBody>
      </p:sp>
      <p:sp>
        <p:nvSpPr>
          <p:cNvPr id="3" name="Content Placeholder 2">
            <a:extLst>
              <a:ext uri="{FF2B5EF4-FFF2-40B4-BE49-F238E27FC236}">
                <a16:creationId xmlns:a16="http://schemas.microsoft.com/office/drawing/2014/main" id="{CD6FE22C-5460-41C9-5A70-C4FE1A8EE7E2}"/>
              </a:ext>
            </a:extLst>
          </p:cNvPr>
          <p:cNvSpPr>
            <a:spLocks noGrp="1"/>
          </p:cNvSpPr>
          <p:nvPr>
            <p:ph idx="1"/>
          </p:nvPr>
        </p:nvSpPr>
        <p:spPr/>
        <p:txBody>
          <a:bodyPr anchor="ctr">
            <a:normAutofit fontScale="92500" lnSpcReduction="10000"/>
          </a:bodyPr>
          <a:lstStyle/>
          <a:p>
            <a:pPr marL="0" indent="0" fontAlgn="base">
              <a:buNone/>
            </a:pPr>
            <a:r>
              <a:rPr lang="en-US" b="1" dirty="0"/>
              <a:t>Defense Mechanisms</a:t>
            </a:r>
            <a:r>
              <a:rPr lang="en-US" dirty="0"/>
              <a:t> include various strategies beyond adversarial training:​</a:t>
            </a:r>
          </a:p>
          <a:p>
            <a:pPr marL="457200" indent="-457200" fontAlgn="base">
              <a:buFont typeface="+mj-lt"/>
              <a:buAutoNum type="arabicPeriod"/>
            </a:pPr>
            <a:r>
              <a:rPr lang="en-US" b="1" dirty="0"/>
              <a:t>Input preprocessing: </a:t>
            </a:r>
            <a:r>
              <a:rPr lang="en-US" dirty="0"/>
              <a:t>Detecting and filtering adversarial perturbations before they reach the model(denoising, compression, transformation)​</a:t>
            </a:r>
          </a:p>
          <a:p>
            <a:pPr marL="457200" indent="-457200" fontAlgn="base">
              <a:buFont typeface="+mj-lt"/>
              <a:buAutoNum type="arabicPeriod"/>
            </a:pPr>
            <a:r>
              <a:rPr lang="en-US" b="1" dirty="0"/>
              <a:t>Defensive distillation:</a:t>
            </a:r>
            <a:r>
              <a:rPr lang="en-US" dirty="0"/>
              <a:t> Training models at high temperatures to smooth decision boundaries​</a:t>
            </a:r>
          </a:p>
          <a:p>
            <a:pPr marL="457200" indent="-457200" fontAlgn="base">
              <a:buFont typeface="+mj-lt"/>
              <a:buAutoNum type="arabicPeriod"/>
            </a:pPr>
            <a:r>
              <a:rPr lang="en-US" b="1" dirty="0"/>
              <a:t>Ensemble methods: </a:t>
            </a:r>
            <a:r>
              <a:rPr lang="en-US" dirty="0"/>
              <a:t>Using multiple models with different architectures to make predictions harder to fool​</a:t>
            </a:r>
          </a:p>
          <a:p>
            <a:pPr marL="457200" indent="-457200" fontAlgn="base">
              <a:buFont typeface="+mj-lt"/>
              <a:buAutoNum type="arabicPeriod"/>
            </a:pPr>
            <a:r>
              <a:rPr lang="en-US" b="1" dirty="0"/>
              <a:t>Detection:</a:t>
            </a:r>
            <a:r>
              <a:rPr lang="en-US" dirty="0"/>
              <a:t> Identifying adversarial examples rather than classifying them​</a:t>
            </a:r>
          </a:p>
          <a:p>
            <a:pPr marL="457200" indent="-457200" fontAlgn="base">
              <a:buFont typeface="+mj-lt"/>
              <a:buAutoNum type="arabicPeriod"/>
            </a:pPr>
            <a:r>
              <a:rPr lang="en-US" b="1" dirty="0"/>
              <a:t>Gradient masking:</a:t>
            </a:r>
            <a:r>
              <a:rPr lang="en-US" dirty="0"/>
              <a:t> Making gradients harder to exploit (though this can provide false security)​</a:t>
            </a:r>
          </a:p>
          <a:p>
            <a:pPr marL="457200" indent="-457200" fontAlgn="base">
              <a:buFont typeface="+mj-lt"/>
              <a:buAutoNum type="arabicPeriod"/>
            </a:pPr>
            <a:r>
              <a:rPr lang="en-US" b="1" dirty="0"/>
              <a:t>Certified defenses:</a:t>
            </a:r>
            <a:r>
              <a:rPr lang="en-US" dirty="0"/>
              <a:t> Providing mathematical guarantees about robustness within certain perturbation bounds​</a:t>
            </a:r>
          </a:p>
        </p:txBody>
      </p:sp>
    </p:spTree>
    <p:extLst>
      <p:ext uri="{BB962C8B-B14F-4D97-AF65-F5344CB8AC3E}">
        <p14:creationId xmlns:p14="http://schemas.microsoft.com/office/powerpoint/2010/main" val="113978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C5E3E-5303-C7F0-2F48-B36ADA796C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260B6A-62EE-8570-D1E2-15FFE606A2C5}"/>
              </a:ext>
            </a:extLst>
          </p:cNvPr>
          <p:cNvSpPr>
            <a:spLocks noGrp="1"/>
          </p:cNvSpPr>
          <p:nvPr>
            <p:ph type="title"/>
          </p:nvPr>
        </p:nvSpPr>
        <p:spPr/>
        <p:txBody>
          <a:bodyPr/>
          <a:lstStyle/>
          <a:p>
            <a:r>
              <a:rPr lang="en-US" dirty="0"/>
              <a:t>Adversarial Training and Defense​</a:t>
            </a:r>
          </a:p>
        </p:txBody>
      </p:sp>
      <p:sp>
        <p:nvSpPr>
          <p:cNvPr id="3" name="Content Placeholder 2">
            <a:extLst>
              <a:ext uri="{FF2B5EF4-FFF2-40B4-BE49-F238E27FC236}">
                <a16:creationId xmlns:a16="http://schemas.microsoft.com/office/drawing/2014/main" id="{CEA5C771-86B1-5C63-D0A2-0CC5B252DA40}"/>
              </a:ext>
            </a:extLst>
          </p:cNvPr>
          <p:cNvSpPr>
            <a:spLocks noGrp="1"/>
          </p:cNvSpPr>
          <p:nvPr>
            <p:ph idx="1"/>
          </p:nvPr>
        </p:nvSpPr>
        <p:spPr/>
        <p:txBody>
          <a:bodyPr anchor="ctr">
            <a:normAutofit/>
          </a:bodyPr>
          <a:lstStyle/>
          <a:p>
            <a:pPr marL="0" indent="0" fontAlgn="base">
              <a:buNone/>
            </a:pPr>
            <a:r>
              <a:rPr lang="en-US" sz="2200" b="1" dirty="0"/>
              <a:t>Trade-offs:</a:t>
            </a:r>
            <a:r>
              <a:rPr lang="en-US" sz="2200" dirty="0"/>
              <a:t>​</a:t>
            </a:r>
          </a:p>
          <a:p>
            <a:pPr fontAlgn="base"/>
            <a:r>
              <a:rPr lang="en-US" sz="2200" dirty="0"/>
              <a:t>Adversarial training often improves robustness but may slightly reduce accuracy on clean data​</a:t>
            </a:r>
          </a:p>
          <a:p>
            <a:pPr fontAlgn="base"/>
            <a:r>
              <a:rPr lang="en-US" sz="2200" dirty="0"/>
              <a:t>Computational cost increases due to generating adversarial examples during training​</a:t>
            </a:r>
          </a:p>
          <a:p>
            <a:pPr fontAlgn="base"/>
            <a:r>
              <a:rPr lang="en-US" sz="2200" dirty="0"/>
              <a:t>Defense is an ongoing arms race—new attacks can bypass existing defenses​</a:t>
            </a:r>
          </a:p>
        </p:txBody>
      </p:sp>
    </p:spTree>
    <p:extLst>
      <p:ext uri="{BB962C8B-B14F-4D97-AF65-F5344CB8AC3E}">
        <p14:creationId xmlns:p14="http://schemas.microsoft.com/office/powerpoint/2010/main" val="15325048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6C441-1C71-48D9-A3B3-E2900236E1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A5C0F4-27C9-78FF-FE1C-7A66CE185439}"/>
              </a:ext>
            </a:extLst>
          </p:cNvPr>
          <p:cNvSpPr>
            <a:spLocks noGrp="1"/>
          </p:cNvSpPr>
          <p:nvPr>
            <p:ph type="title"/>
          </p:nvPr>
        </p:nvSpPr>
        <p:spPr/>
        <p:txBody>
          <a:bodyPr/>
          <a:lstStyle/>
          <a:p>
            <a:r>
              <a:rPr lang="en-US" dirty="0"/>
              <a:t>Adversarial Training and Defense​</a:t>
            </a:r>
          </a:p>
        </p:txBody>
      </p:sp>
      <p:sp>
        <p:nvSpPr>
          <p:cNvPr id="3" name="Content Placeholder 2">
            <a:extLst>
              <a:ext uri="{FF2B5EF4-FFF2-40B4-BE49-F238E27FC236}">
                <a16:creationId xmlns:a16="http://schemas.microsoft.com/office/drawing/2014/main" id="{FA2EA026-54E8-A3FF-12A9-47C243BDBD28}"/>
              </a:ext>
            </a:extLst>
          </p:cNvPr>
          <p:cNvSpPr>
            <a:spLocks noGrp="1"/>
          </p:cNvSpPr>
          <p:nvPr>
            <p:ph idx="1"/>
          </p:nvPr>
        </p:nvSpPr>
        <p:spPr/>
        <p:txBody>
          <a:bodyPr anchor="ctr">
            <a:noAutofit/>
          </a:bodyPr>
          <a:lstStyle/>
          <a:p>
            <a:pPr marL="0" indent="0" fontAlgn="base">
              <a:buNone/>
            </a:pPr>
            <a:r>
              <a:rPr lang="en-US" sz="2200" dirty="0"/>
              <a:t>These following two notebooks form a comprehensive learning module on adversarial machine learning for automotive/computer vision AI systems.​</a:t>
            </a:r>
          </a:p>
          <a:p>
            <a:pPr fontAlgn="base"/>
            <a:r>
              <a:rPr lang="en-US" sz="2200" b="1" dirty="0" err="1"/>
              <a:t>adversarial_attacks_automotive.ipynb</a:t>
            </a:r>
            <a:r>
              <a:rPr lang="en-US" sz="2200" b="1" dirty="0"/>
              <a:t> Learning Objectives:</a:t>
            </a:r>
            <a:r>
              <a:rPr lang="en-US" sz="2200" dirty="0"/>
              <a:t>​</a:t>
            </a:r>
          </a:p>
          <a:p>
            <a:pPr lvl="1" fontAlgn="base"/>
            <a:r>
              <a:rPr lang="en-US" sz="2200" dirty="0"/>
              <a:t>Understand how adversarial attacks work in practice​</a:t>
            </a:r>
          </a:p>
          <a:p>
            <a:pPr lvl="1" fontAlgn="base"/>
            <a:r>
              <a:rPr lang="en-US" sz="2200" dirty="0"/>
              <a:t>See the vulnerability of neural networks to small perturbations​</a:t>
            </a:r>
          </a:p>
          <a:p>
            <a:pPr lvl="1" fontAlgn="base"/>
            <a:r>
              <a:rPr lang="en-US" sz="2200" dirty="0"/>
              <a:t>Compare different attack methodologies​</a:t>
            </a:r>
          </a:p>
          <a:p>
            <a:pPr fontAlgn="base"/>
            <a:r>
              <a:rPr lang="en-US" sz="2200" b="1" dirty="0" err="1"/>
              <a:t>adversarial_training_defense.ipynb</a:t>
            </a:r>
            <a:r>
              <a:rPr lang="en-US" sz="2200" b="1" dirty="0"/>
              <a:t> Learning Objectives:</a:t>
            </a:r>
            <a:r>
              <a:rPr lang="en-US" sz="2200" dirty="0"/>
              <a:t>​</a:t>
            </a:r>
          </a:p>
          <a:p>
            <a:pPr lvl="1" fontAlgn="base"/>
            <a:r>
              <a:rPr lang="en-US" sz="2200" dirty="0"/>
              <a:t>Learn how to defend against adversarial attacks​</a:t>
            </a:r>
          </a:p>
          <a:p>
            <a:pPr lvl="1" fontAlgn="base"/>
            <a:r>
              <a:rPr lang="en-US" sz="2200" dirty="0"/>
              <a:t>Understand the trade-offs in robust model training​</a:t>
            </a:r>
          </a:p>
          <a:p>
            <a:pPr lvl="1" fontAlgn="base"/>
            <a:r>
              <a:rPr lang="en-US" sz="2200" dirty="0"/>
              <a:t>Implement adversarial training from scratch​</a:t>
            </a:r>
          </a:p>
          <a:p>
            <a:pPr marL="0" indent="0" fontAlgn="base">
              <a:buNone/>
            </a:pPr>
            <a:r>
              <a:rPr lang="en-US" sz="2200" dirty="0"/>
              <a:t>No extra datasets are needed before execution since the notebooks will already handle the required materials.​</a:t>
            </a:r>
          </a:p>
        </p:txBody>
      </p:sp>
    </p:spTree>
    <p:extLst>
      <p:ext uri="{BB962C8B-B14F-4D97-AF65-F5344CB8AC3E}">
        <p14:creationId xmlns:p14="http://schemas.microsoft.com/office/powerpoint/2010/main" val="5412239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DD0A3-3096-FABA-01DA-713955ED0230}"/>
              </a:ext>
            </a:extLst>
          </p:cNvPr>
          <p:cNvSpPr>
            <a:spLocks noGrp="1"/>
          </p:cNvSpPr>
          <p:nvPr>
            <p:ph type="title"/>
          </p:nvPr>
        </p:nvSpPr>
        <p:spPr/>
        <p:txBody>
          <a:bodyPr/>
          <a:lstStyle/>
          <a:p>
            <a:r>
              <a:rPr lang="en-US" dirty="0"/>
              <a:t>Training and Defense Results</a:t>
            </a:r>
          </a:p>
        </p:txBody>
      </p:sp>
      <p:graphicFrame>
        <p:nvGraphicFramePr>
          <p:cNvPr id="4" name="Table Placeholder 3">
            <a:extLst>
              <a:ext uri="{FF2B5EF4-FFF2-40B4-BE49-F238E27FC236}">
                <a16:creationId xmlns:a16="http://schemas.microsoft.com/office/drawing/2014/main" id="{F34A7A11-01AB-3F96-FA7C-7050C7860963}"/>
              </a:ext>
            </a:extLst>
          </p:cNvPr>
          <p:cNvGraphicFramePr>
            <a:graphicFrameLocks noGrp="1"/>
          </p:cNvGraphicFramePr>
          <p:nvPr>
            <p:ph type="tbl" sz="quarter" idx="16"/>
            <p:extLst>
              <p:ext uri="{D42A27DB-BD31-4B8C-83A1-F6EECF244321}">
                <p14:modId xmlns:p14="http://schemas.microsoft.com/office/powerpoint/2010/main" val="797900610"/>
              </p:ext>
            </p:extLst>
          </p:nvPr>
        </p:nvGraphicFramePr>
        <p:xfrm>
          <a:off x="609600" y="1798638"/>
          <a:ext cx="10972800" cy="432507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720845">
                <a:tc>
                  <a:txBody>
                    <a:bodyPr/>
                    <a:lstStyle/>
                    <a:p>
                      <a:pPr algn="ctr">
                        <a:defRPr sz="1100" b="1">
                          <a:solidFill>
                            <a:srgbClr val="FFFFFF"/>
                          </a:solidFill>
                        </a:defRPr>
                      </a:pPr>
                      <a:r>
                        <a:rPr dirty="0"/>
                        <a:t>Metric</a:t>
                      </a:r>
                    </a:p>
                  </a:txBody>
                  <a:tcPr anchor="ctr">
                    <a:solidFill>
                      <a:srgbClr val="142850"/>
                    </a:solidFill>
                  </a:tcPr>
                </a:tc>
                <a:tc>
                  <a:txBody>
                    <a:bodyPr/>
                    <a:lstStyle/>
                    <a:p>
                      <a:pPr algn="ctr">
                        <a:defRPr sz="1100" b="1">
                          <a:solidFill>
                            <a:srgbClr val="FFFFFF"/>
                          </a:solidFill>
                        </a:defRPr>
                      </a:pPr>
                      <a:r>
                        <a:t>Standard Model</a:t>
                      </a:r>
                    </a:p>
                  </a:txBody>
                  <a:tcPr anchor="ctr">
                    <a:solidFill>
                      <a:srgbClr val="142850"/>
                    </a:solidFill>
                  </a:tcPr>
                </a:tc>
                <a:tc>
                  <a:txBody>
                    <a:bodyPr/>
                    <a:lstStyle/>
                    <a:p>
                      <a:pPr algn="ctr">
                        <a:defRPr sz="1100" b="1">
                          <a:solidFill>
                            <a:srgbClr val="FFFFFF"/>
                          </a:solidFill>
                        </a:defRPr>
                      </a:pPr>
                      <a:r>
                        <a:t>Robust Model</a:t>
                      </a:r>
                    </a:p>
                  </a:txBody>
                  <a:tcPr anchor="ctr">
                    <a:solidFill>
                      <a:srgbClr val="142850"/>
                    </a:solidFill>
                  </a:tcPr>
                </a:tc>
                <a:tc>
                  <a:txBody>
                    <a:bodyPr/>
                    <a:lstStyle/>
                    <a:p>
                      <a:pPr algn="ctr">
                        <a:defRPr sz="1100" b="1">
                          <a:solidFill>
                            <a:srgbClr val="FFFFFF"/>
                          </a:solidFill>
                        </a:defRPr>
                      </a:pPr>
                      <a:r>
                        <a:t>Change</a:t>
                      </a:r>
                    </a:p>
                  </a:txBody>
                  <a:tcPr anchor="ctr">
                    <a:solidFill>
                      <a:srgbClr val="142850"/>
                    </a:solidFill>
                  </a:tcPr>
                </a:tc>
                <a:extLst>
                  <a:ext uri="{0D108BD9-81ED-4DB2-BD59-A6C34878D82A}">
                    <a16:rowId xmlns:a16="http://schemas.microsoft.com/office/drawing/2014/main" val="10000"/>
                  </a:ext>
                </a:extLst>
              </a:tr>
              <a:tr h="720845">
                <a:tc>
                  <a:txBody>
                    <a:bodyPr/>
                    <a:lstStyle/>
                    <a:p>
                      <a:pPr algn="ctr">
                        <a:defRPr sz="1100"/>
                      </a:pPr>
                      <a:r>
                        <a:t>Clean Accuracy</a:t>
                      </a:r>
                    </a:p>
                  </a:txBody>
                  <a:tcPr anchor="ctr">
                    <a:solidFill>
                      <a:srgbClr val="C8DCF0"/>
                    </a:solidFill>
                  </a:tcPr>
                </a:tc>
                <a:tc>
                  <a:txBody>
                    <a:bodyPr/>
                    <a:lstStyle/>
                    <a:p>
                      <a:pPr algn="ctr">
                        <a:defRPr sz="1100"/>
                      </a:pPr>
                      <a:r>
                        <a:t>~85-92%</a:t>
                      </a:r>
                    </a:p>
                  </a:txBody>
                  <a:tcPr anchor="ctr">
                    <a:solidFill>
                      <a:srgbClr val="C8DCF0"/>
                    </a:solidFill>
                  </a:tcPr>
                </a:tc>
                <a:tc>
                  <a:txBody>
                    <a:bodyPr/>
                    <a:lstStyle/>
                    <a:p>
                      <a:pPr algn="ctr">
                        <a:defRPr sz="1100"/>
                      </a:pPr>
                      <a:r>
                        <a:t>~80-88%</a:t>
                      </a:r>
                    </a:p>
                  </a:txBody>
                  <a:tcPr anchor="ctr">
                    <a:solidFill>
                      <a:srgbClr val="C8DCF0"/>
                    </a:solidFill>
                  </a:tcPr>
                </a:tc>
                <a:tc>
                  <a:txBody>
                    <a:bodyPr/>
                    <a:lstStyle/>
                    <a:p>
                      <a:pPr algn="ctr">
                        <a:defRPr sz="1100"/>
                      </a:pPr>
                      <a:r>
                        <a:t>-2% to -5%</a:t>
                      </a:r>
                    </a:p>
                  </a:txBody>
                  <a:tcPr anchor="ctr">
                    <a:solidFill>
                      <a:srgbClr val="90EE90"/>
                    </a:solidFill>
                  </a:tcPr>
                </a:tc>
                <a:extLst>
                  <a:ext uri="{0D108BD9-81ED-4DB2-BD59-A6C34878D82A}">
                    <a16:rowId xmlns:a16="http://schemas.microsoft.com/office/drawing/2014/main" val="10001"/>
                  </a:ext>
                </a:extLst>
              </a:tr>
              <a:tr h="720845">
                <a:tc>
                  <a:txBody>
                    <a:bodyPr/>
                    <a:lstStyle/>
                    <a:p>
                      <a:pPr algn="ctr">
                        <a:defRPr sz="1100"/>
                      </a:pPr>
                      <a:r>
                        <a:t>Adversarial Accuracy</a:t>
                      </a:r>
                    </a:p>
                  </a:txBody>
                  <a:tcPr anchor="ctr">
                    <a:solidFill>
                      <a:srgbClr val="C8DCF0"/>
                    </a:solidFill>
                  </a:tcPr>
                </a:tc>
                <a:tc>
                  <a:txBody>
                    <a:bodyPr/>
                    <a:lstStyle/>
                    <a:p>
                      <a:pPr algn="ctr">
                        <a:defRPr sz="1100"/>
                      </a:pPr>
                      <a:r>
                        <a:t>~15-25%</a:t>
                      </a:r>
                    </a:p>
                  </a:txBody>
                  <a:tcPr anchor="ctr">
                    <a:solidFill>
                      <a:srgbClr val="C8DCF0"/>
                    </a:solidFill>
                  </a:tcPr>
                </a:tc>
                <a:tc>
                  <a:txBody>
                    <a:bodyPr/>
                    <a:lstStyle/>
                    <a:p>
                      <a:pPr algn="ctr">
                        <a:defRPr sz="1100"/>
                      </a:pPr>
                      <a:r>
                        <a:t>~55-65%</a:t>
                      </a:r>
                    </a:p>
                  </a:txBody>
                  <a:tcPr anchor="ctr">
                    <a:solidFill>
                      <a:srgbClr val="C8DCF0"/>
                    </a:solidFill>
                  </a:tcPr>
                </a:tc>
                <a:tc>
                  <a:txBody>
                    <a:bodyPr/>
                    <a:lstStyle/>
                    <a:p>
                      <a:pPr algn="ctr">
                        <a:defRPr sz="1100"/>
                      </a:pPr>
                      <a:r>
                        <a:t>+30% to +40%</a:t>
                      </a:r>
                    </a:p>
                  </a:txBody>
                  <a:tcPr anchor="ctr">
                    <a:solidFill>
                      <a:srgbClr val="90EE90"/>
                    </a:solidFill>
                  </a:tcPr>
                </a:tc>
                <a:extLst>
                  <a:ext uri="{0D108BD9-81ED-4DB2-BD59-A6C34878D82A}">
                    <a16:rowId xmlns:a16="http://schemas.microsoft.com/office/drawing/2014/main" val="10002"/>
                  </a:ext>
                </a:extLst>
              </a:tr>
              <a:tr h="720845">
                <a:tc>
                  <a:txBody>
                    <a:bodyPr/>
                    <a:lstStyle/>
                    <a:p>
                      <a:pPr algn="ctr">
                        <a:defRPr sz="1100"/>
                      </a:pPr>
                      <a:r>
                        <a:t>Robustness Gap</a:t>
                      </a:r>
                    </a:p>
                  </a:txBody>
                  <a:tcPr anchor="ctr">
                    <a:solidFill>
                      <a:srgbClr val="C8DCF0"/>
                    </a:solidFill>
                  </a:tcPr>
                </a:tc>
                <a:tc>
                  <a:txBody>
                    <a:bodyPr/>
                    <a:lstStyle/>
                    <a:p>
                      <a:pPr algn="ctr">
                        <a:defRPr sz="1100"/>
                      </a:pPr>
                      <a:r>
                        <a:rPr dirty="0"/>
                        <a:t>~60-70%</a:t>
                      </a:r>
                    </a:p>
                  </a:txBody>
                  <a:tcPr anchor="ctr">
                    <a:solidFill>
                      <a:srgbClr val="C8DCF0"/>
                    </a:solidFill>
                  </a:tcPr>
                </a:tc>
                <a:tc>
                  <a:txBody>
                    <a:bodyPr/>
                    <a:lstStyle/>
                    <a:p>
                      <a:pPr algn="ctr">
                        <a:defRPr sz="1100"/>
                      </a:pPr>
                      <a:r>
                        <a:t>~15-30%</a:t>
                      </a:r>
                    </a:p>
                  </a:txBody>
                  <a:tcPr anchor="ctr">
                    <a:solidFill>
                      <a:srgbClr val="C8DCF0"/>
                    </a:solidFill>
                  </a:tcPr>
                </a:tc>
                <a:tc>
                  <a:txBody>
                    <a:bodyPr/>
                    <a:lstStyle/>
                    <a:p>
                      <a:pPr algn="ctr">
                        <a:defRPr sz="1100"/>
                      </a:pPr>
                      <a:r>
                        <a:t>↓ 50% reduction</a:t>
                      </a:r>
                    </a:p>
                  </a:txBody>
                  <a:tcPr anchor="ctr">
                    <a:solidFill>
                      <a:srgbClr val="90EE90"/>
                    </a:solidFill>
                  </a:tcPr>
                </a:tc>
                <a:extLst>
                  <a:ext uri="{0D108BD9-81ED-4DB2-BD59-A6C34878D82A}">
                    <a16:rowId xmlns:a16="http://schemas.microsoft.com/office/drawing/2014/main" val="10003"/>
                  </a:ext>
                </a:extLst>
              </a:tr>
              <a:tr h="720845">
                <a:tc>
                  <a:txBody>
                    <a:bodyPr/>
                    <a:lstStyle/>
                    <a:p>
                      <a:pPr algn="ctr">
                        <a:defRPr sz="1100"/>
                      </a:pPr>
                      <a:r>
                        <a:t>Vulnerability</a:t>
                      </a:r>
                    </a:p>
                  </a:txBody>
                  <a:tcPr anchor="ctr">
                    <a:solidFill>
                      <a:srgbClr val="C8DCF0"/>
                    </a:solidFill>
                  </a:tcPr>
                </a:tc>
                <a:tc>
                  <a:txBody>
                    <a:bodyPr/>
                    <a:lstStyle/>
                    <a:p>
                      <a:pPr algn="ctr">
                        <a:defRPr sz="1100"/>
                      </a:pPr>
                      <a:r>
                        <a:t>Extreme</a:t>
                      </a:r>
                    </a:p>
                  </a:txBody>
                  <a:tcPr anchor="ctr">
                    <a:solidFill>
                      <a:srgbClr val="C8DCF0"/>
                    </a:solidFill>
                  </a:tcPr>
                </a:tc>
                <a:tc>
                  <a:txBody>
                    <a:bodyPr/>
                    <a:lstStyle/>
                    <a:p>
                      <a:pPr algn="ctr">
                        <a:defRPr sz="1100"/>
                      </a:pPr>
                      <a:r>
                        <a:t>Moderate</a:t>
                      </a:r>
                    </a:p>
                  </a:txBody>
                  <a:tcPr anchor="ctr">
                    <a:solidFill>
                      <a:srgbClr val="C8DCF0"/>
                    </a:solidFill>
                  </a:tcPr>
                </a:tc>
                <a:tc>
                  <a:txBody>
                    <a:bodyPr/>
                    <a:lstStyle/>
                    <a:p>
                      <a:pPr algn="ctr">
                        <a:defRPr sz="1100"/>
                      </a:pPr>
                      <a:r>
                        <a:t>Much Safer</a:t>
                      </a:r>
                    </a:p>
                  </a:txBody>
                  <a:tcPr anchor="ctr">
                    <a:solidFill>
                      <a:srgbClr val="90EE90"/>
                    </a:solidFill>
                  </a:tcPr>
                </a:tc>
                <a:extLst>
                  <a:ext uri="{0D108BD9-81ED-4DB2-BD59-A6C34878D82A}">
                    <a16:rowId xmlns:a16="http://schemas.microsoft.com/office/drawing/2014/main" val="10004"/>
                  </a:ext>
                </a:extLst>
              </a:tr>
              <a:tr h="720845">
                <a:tc>
                  <a:txBody>
                    <a:bodyPr/>
                    <a:lstStyle/>
                    <a:p>
                      <a:pPr algn="ctr">
                        <a:defRPr sz="1100"/>
                      </a:pPr>
                      <a:r>
                        <a:t>Practical Usability</a:t>
                      </a:r>
                    </a:p>
                  </a:txBody>
                  <a:tcPr anchor="ctr">
                    <a:solidFill>
                      <a:srgbClr val="C8DCF0"/>
                    </a:solidFill>
                  </a:tcPr>
                </a:tc>
                <a:tc>
                  <a:txBody>
                    <a:bodyPr/>
                    <a:lstStyle/>
                    <a:p>
                      <a:pPr algn="ctr">
                        <a:defRPr sz="1100"/>
                      </a:pPr>
                      <a:r>
                        <a:t>High risk</a:t>
                      </a:r>
                    </a:p>
                  </a:txBody>
                  <a:tcPr anchor="ctr">
                    <a:solidFill>
                      <a:srgbClr val="C8DCF0"/>
                    </a:solidFill>
                  </a:tcPr>
                </a:tc>
                <a:tc>
                  <a:txBody>
                    <a:bodyPr/>
                    <a:lstStyle/>
                    <a:p>
                      <a:pPr algn="ctr">
                        <a:defRPr sz="1100"/>
                      </a:pPr>
                      <a:r>
                        <a:t>Safe for deployment</a:t>
                      </a:r>
                    </a:p>
                  </a:txBody>
                  <a:tcPr anchor="ctr">
                    <a:solidFill>
                      <a:srgbClr val="C8DCF0"/>
                    </a:solidFill>
                  </a:tcPr>
                </a:tc>
                <a:tc>
                  <a:txBody>
                    <a:bodyPr/>
                    <a:lstStyle/>
                    <a:p>
                      <a:pPr algn="ctr">
                        <a:defRPr sz="1100"/>
                      </a:pPr>
                      <a:r>
                        <a:rPr dirty="0"/>
                        <a:t>✓ Recommended</a:t>
                      </a:r>
                    </a:p>
                  </a:txBody>
                  <a:tcPr anchor="ctr">
                    <a:solidFill>
                      <a:srgbClr val="90EE90"/>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997357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8193679C-7B81-3C65-E1C1-5FDEFB2EE145}"/>
              </a:ext>
            </a:extLst>
          </p:cNvPr>
          <p:cNvSpPr>
            <a:spLocks noGrp="1"/>
          </p:cNvSpPr>
          <p:nvPr>
            <p:ph type="subTitle" idx="1"/>
          </p:nvPr>
        </p:nvSpPr>
        <p:spPr/>
        <p:txBody>
          <a:bodyPr/>
          <a:lstStyle/>
          <a:p>
            <a:pPr marL="0" indent="0">
              <a:buNone/>
            </a:pPr>
            <a:r>
              <a:rPr lang="en-US" dirty="0"/>
              <a:t>Presented By Cooper Dean</a:t>
            </a:r>
          </a:p>
        </p:txBody>
      </p:sp>
      <p:sp>
        <p:nvSpPr>
          <p:cNvPr id="2" name="Title 1">
            <a:extLst>
              <a:ext uri="{FF2B5EF4-FFF2-40B4-BE49-F238E27FC236}">
                <a16:creationId xmlns:a16="http://schemas.microsoft.com/office/drawing/2014/main" id="{952D17E8-3E65-2E43-D2BE-48731D1046DE}"/>
              </a:ext>
            </a:extLst>
          </p:cNvPr>
          <p:cNvSpPr>
            <a:spLocks noGrp="1"/>
          </p:cNvSpPr>
          <p:nvPr>
            <p:ph type="ctrTitle"/>
          </p:nvPr>
        </p:nvSpPr>
        <p:spPr/>
        <p:txBody>
          <a:bodyPr/>
          <a:lstStyle/>
          <a:p>
            <a:r>
              <a:rPr lang="en-US" dirty="0"/>
              <a:t>Model Inversion</a:t>
            </a:r>
            <a:br>
              <a:rPr lang="en-US" dirty="0"/>
            </a:br>
            <a:r>
              <a:rPr lang="en-US" dirty="0"/>
              <a:t>Differential Privacy</a:t>
            </a:r>
          </a:p>
        </p:txBody>
      </p:sp>
      <p:sp>
        <p:nvSpPr>
          <p:cNvPr id="6" name="TextBox 5">
            <a:extLst>
              <a:ext uri="{FF2B5EF4-FFF2-40B4-BE49-F238E27FC236}">
                <a16:creationId xmlns:a16="http://schemas.microsoft.com/office/drawing/2014/main" id="{D37F0FC0-FD01-5567-A204-9C0212A6C9BE}"/>
              </a:ext>
            </a:extLst>
          </p:cNvPr>
          <p:cNvSpPr txBox="1"/>
          <p:nvPr/>
        </p:nvSpPr>
        <p:spPr>
          <a:xfrm>
            <a:off x="3901440" y="5953760"/>
            <a:ext cx="0" cy="0"/>
          </a:xfrm>
          <a:prstGeom prst="rect">
            <a:avLst/>
          </a:prstGeom>
          <a:noFill/>
        </p:spPr>
        <p:txBody>
          <a:bodyPr wrap="none" rtlCol="0">
            <a:noAutofit/>
          </a:bodyPr>
          <a:lstStyle/>
          <a:p>
            <a:pPr algn="ctr"/>
            <a:endParaRPr lang="en-US" sz="1600" dirty="0" err="1"/>
          </a:p>
        </p:txBody>
      </p:sp>
    </p:spTree>
    <p:extLst>
      <p:ext uri="{BB962C8B-B14F-4D97-AF65-F5344CB8AC3E}">
        <p14:creationId xmlns:p14="http://schemas.microsoft.com/office/powerpoint/2010/main" val="42703410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E60C37-0AFB-5815-CF6B-5286CCFAA41F}"/>
              </a:ext>
            </a:extLst>
          </p:cNvPr>
          <p:cNvSpPr>
            <a:spLocks noGrp="1"/>
          </p:cNvSpPr>
          <p:nvPr>
            <p:ph type="title"/>
          </p:nvPr>
        </p:nvSpPr>
        <p:spPr/>
        <p:txBody>
          <a:bodyPr/>
          <a:lstStyle/>
          <a:p>
            <a:r>
              <a:rPr lang="en-US" dirty="0"/>
              <a:t>The Privacy Problem in ML</a:t>
            </a:r>
          </a:p>
        </p:txBody>
      </p:sp>
      <p:sp>
        <p:nvSpPr>
          <p:cNvPr id="3" name="Content Placeholder 2">
            <a:extLst>
              <a:ext uri="{FF2B5EF4-FFF2-40B4-BE49-F238E27FC236}">
                <a16:creationId xmlns:a16="http://schemas.microsoft.com/office/drawing/2014/main" id="{46174B6D-ABF5-F998-02F1-17080AC031FE}"/>
              </a:ext>
            </a:extLst>
          </p:cNvPr>
          <p:cNvSpPr>
            <a:spLocks noGrp="1"/>
          </p:cNvSpPr>
          <p:nvPr>
            <p:ph idx="1"/>
          </p:nvPr>
        </p:nvSpPr>
        <p:spPr/>
        <p:txBody>
          <a:bodyPr/>
          <a:lstStyle/>
          <a:p>
            <a:r>
              <a:rPr lang="en-US" dirty="0"/>
              <a:t>Modern ML models can be trained on sensitive data</a:t>
            </a:r>
          </a:p>
          <a:p>
            <a:r>
              <a:rPr lang="en-US" dirty="0"/>
              <a:t>Sometimes large models can memorize specific data points</a:t>
            </a:r>
          </a:p>
          <a:p>
            <a:r>
              <a:rPr lang="en-US" dirty="0"/>
              <a:t>This creates avenues for sensitive data to be leaked</a:t>
            </a:r>
          </a:p>
          <a:p>
            <a:r>
              <a:rPr lang="en-US" dirty="0"/>
              <a:t>Attackers can utilize multiple attacks to recover this data</a:t>
            </a:r>
          </a:p>
        </p:txBody>
      </p:sp>
      <p:pic>
        <p:nvPicPr>
          <p:cNvPr id="5" name="Picture 4">
            <a:extLst>
              <a:ext uri="{FF2B5EF4-FFF2-40B4-BE49-F238E27FC236}">
                <a16:creationId xmlns:a16="http://schemas.microsoft.com/office/drawing/2014/main" id="{52A8FA2F-6520-2299-8B2D-F81BD6ECC9C6}"/>
              </a:ext>
            </a:extLst>
          </p:cNvPr>
          <p:cNvPicPr>
            <a:picLocks noChangeAspect="1"/>
          </p:cNvPicPr>
          <p:nvPr/>
        </p:nvPicPr>
        <p:blipFill>
          <a:blip r:embed="rId2"/>
          <a:stretch>
            <a:fillRect/>
          </a:stretch>
        </p:blipFill>
        <p:spPr>
          <a:xfrm>
            <a:off x="609600" y="4260714"/>
            <a:ext cx="1911485" cy="1911485"/>
          </a:xfrm>
          <a:prstGeom prst="rect">
            <a:avLst/>
          </a:prstGeom>
        </p:spPr>
      </p:pic>
      <p:pic>
        <p:nvPicPr>
          <p:cNvPr id="7" name="Picture 6">
            <a:extLst>
              <a:ext uri="{FF2B5EF4-FFF2-40B4-BE49-F238E27FC236}">
                <a16:creationId xmlns:a16="http://schemas.microsoft.com/office/drawing/2014/main" id="{7C22DC47-E7F9-C821-5211-B2A0146DD28C}"/>
              </a:ext>
            </a:extLst>
          </p:cNvPr>
          <p:cNvPicPr>
            <a:picLocks noChangeAspect="1"/>
          </p:cNvPicPr>
          <p:nvPr/>
        </p:nvPicPr>
        <p:blipFill>
          <a:blip r:embed="rId3"/>
          <a:stretch>
            <a:fillRect/>
          </a:stretch>
        </p:blipFill>
        <p:spPr>
          <a:xfrm>
            <a:off x="9670914" y="4260714"/>
            <a:ext cx="1911487" cy="1911487"/>
          </a:xfrm>
          <a:prstGeom prst="rect">
            <a:avLst/>
          </a:prstGeom>
        </p:spPr>
      </p:pic>
      <p:pic>
        <p:nvPicPr>
          <p:cNvPr id="1026" name="Picture 2">
            <a:extLst>
              <a:ext uri="{FF2B5EF4-FFF2-40B4-BE49-F238E27FC236}">
                <a16:creationId xmlns:a16="http://schemas.microsoft.com/office/drawing/2014/main" id="{68A897F5-CE6D-5FFD-D22E-08AEDAD5631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39424" y="4260714"/>
            <a:ext cx="1911485" cy="19114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18361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ED9741-C7BC-B706-ECCF-C5F3BFF0FEEE}"/>
              </a:ext>
            </a:extLst>
          </p:cNvPr>
          <p:cNvSpPr>
            <a:spLocks noGrp="1"/>
          </p:cNvSpPr>
          <p:nvPr>
            <p:ph type="title"/>
          </p:nvPr>
        </p:nvSpPr>
        <p:spPr/>
        <p:txBody>
          <a:bodyPr/>
          <a:lstStyle/>
          <a:p>
            <a:r>
              <a:rPr lang="en-US" dirty="0"/>
              <a:t>Model Inversion Attacks</a:t>
            </a:r>
          </a:p>
        </p:txBody>
      </p:sp>
      <p:sp>
        <p:nvSpPr>
          <p:cNvPr id="3" name="Content Placeholder 2">
            <a:extLst>
              <a:ext uri="{FF2B5EF4-FFF2-40B4-BE49-F238E27FC236}">
                <a16:creationId xmlns:a16="http://schemas.microsoft.com/office/drawing/2014/main" id="{B3B633BA-6C26-DDDF-6EAE-BF1447E08CED}"/>
              </a:ext>
            </a:extLst>
          </p:cNvPr>
          <p:cNvSpPr>
            <a:spLocks noGrp="1"/>
          </p:cNvSpPr>
          <p:nvPr>
            <p:ph idx="1"/>
          </p:nvPr>
        </p:nvSpPr>
        <p:spPr/>
        <p:txBody>
          <a:bodyPr>
            <a:normAutofit/>
          </a:bodyPr>
          <a:lstStyle/>
          <a:p>
            <a:pPr marL="0" indent="0">
              <a:buNone/>
            </a:pPr>
            <a:r>
              <a:rPr lang="en-US" b="1" dirty="0"/>
              <a:t>Definition</a:t>
            </a:r>
          </a:p>
          <a:p>
            <a:pPr marL="0" indent="0">
              <a:buNone/>
            </a:pPr>
            <a:r>
              <a:rPr lang="en-US" dirty="0"/>
              <a:t>A model inversion attack is an attack where an adversary with access to a model reconstructs representative training data or sensitive features used during training.</a:t>
            </a:r>
          </a:p>
          <a:p>
            <a:pPr marL="0" indent="0">
              <a:buNone/>
            </a:pPr>
            <a:endParaRPr lang="en-US" dirty="0"/>
          </a:p>
          <a:p>
            <a:pPr marL="0" indent="0">
              <a:buNone/>
            </a:pPr>
            <a:r>
              <a:rPr lang="en-US" b="1" dirty="0"/>
              <a:t>Attack Steps</a:t>
            </a:r>
          </a:p>
          <a:p>
            <a:pPr marL="0" indent="0">
              <a:buNone/>
            </a:pPr>
            <a:r>
              <a:rPr lang="en-US" dirty="0"/>
              <a:t>1. Query model with specific inputs</a:t>
            </a:r>
          </a:p>
          <a:p>
            <a:pPr marL="0" indent="0">
              <a:buNone/>
            </a:pPr>
            <a:r>
              <a:rPr lang="en-US" dirty="0"/>
              <a:t>2. Observe output probabilities</a:t>
            </a:r>
          </a:p>
          <a:p>
            <a:pPr marL="0" indent="0">
              <a:buNone/>
            </a:pPr>
            <a:r>
              <a:rPr lang="en-US" dirty="0"/>
              <a:t>3. Optimize input to maximize target class</a:t>
            </a:r>
          </a:p>
          <a:p>
            <a:pPr marL="0" indent="0">
              <a:buNone/>
            </a:pPr>
            <a:r>
              <a:rPr lang="en-US" dirty="0"/>
              <a:t>4. Reconstruct private data</a:t>
            </a:r>
          </a:p>
          <a:p>
            <a:pPr marL="0" indent="0">
              <a:buNone/>
            </a:pPr>
            <a:endParaRPr lang="en-US" dirty="0"/>
          </a:p>
        </p:txBody>
      </p:sp>
    </p:spTree>
    <p:extLst>
      <p:ext uri="{BB962C8B-B14F-4D97-AF65-F5344CB8AC3E}">
        <p14:creationId xmlns:p14="http://schemas.microsoft.com/office/powerpoint/2010/main" val="30128419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4BA928D9-F30C-8139-E50C-C4728FFE2DF4}"/>
              </a:ext>
            </a:extLst>
          </p:cNvPr>
          <p:cNvSpPr>
            <a:spLocks noGrp="1"/>
          </p:cNvSpPr>
          <p:nvPr>
            <p:ph type="title"/>
          </p:nvPr>
        </p:nvSpPr>
        <p:spPr>
          <a:xfrm>
            <a:off x="609600" y="351367"/>
            <a:ext cx="10972800" cy="800100"/>
          </a:xfrm>
        </p:spPr>
        <p:txBody>
          <a:bodyPr/>
          <a:lstStyle/>
          <a:p>
            <a:r>
              <a:rPr lang="en-US" dirty="0"/>
              <a:t>Model Inversion Examples</a:t>
            </a:r>
          </a:p>
        </p:txBody>
      </p:sp>
      <p:pic>
        <p:nvPicPr>
          <p:cNvPr id="7" name="Picture 6">
            <a:extLst>
              <a:ext uri="{FF2B5EF4-FFF2-40B4-BE49-F238E27FC236}">
                <a16:creationId xmlns:a16="http://schemas.microsoft.com/office/drawing/2014/main" id="{EEA5D964-502F-B220-CE79-E61C903FE270}"/>
              </a:ext>
            </a:extLst>
          </p:cNvPr>
          <p:cNvPicPr>
            <a:picLocks noChangeAspect="1"/>
          </p:cNvPicPr>
          <p:nvPr/>
        </p:nvPicPr>
        <p:blipFill>
          <a:blip r:embed="rId2"/>
          <a:stretch>
            <a:fillRect/>
          </a:stretch>
        </p:blipFill>
        <p:spPr>
          <a:xfrm>
            <a:off x="926379" y="2051917"/>
            <a:ext cx="5169621" cy="3454883"/>
          </a:xfrm>
          <a:prstGeom prst="rect">
            <a:avLst/>
          </a:prstGeom>
        </p:spPr>
      </p:pic>
      <p:pic>
        <p:nvPicPr>
          <p:cNvPr id="8" name="Picture 2">
            <a:extLst>
              <a:ext uri="{FF2B5EF4-FFF2-40B4-BE49-F238E27FC236}">
                <a16:creationId xmlns:a16="http://schemas.microsoft.com/office/drawing/2014/main" id="{9EC5BB89-CEB2-8125-E800-9FB558EBE5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26251" y="2051917"/>
            <a:ext cx="4701319" cy="34548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660594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56A0F2-E5C9-A347-16DC-738CF417A4BC}"/>
              </a:ext>
            </a:extLst>
          </p:cNvPr>
          <p:cNvSpPr>
            <a:spLocks noGrp="1"/>
          </p:cNvSpPr>
          <p:nvPr>
            <p:ph type="title"/>
          </p:nvPr>
        </p:nvSpPr>
        <p:spPr/>
        <p:txBody>
          <a:bodyPr/>
          <a:lstStyle/>
          <a:p>
            <a:r>
              <a:rPr lang="en-US" dirty="0"/>
              <a:t>Differential Privacy</a:t>
            </a:r>
          </a:p>
        </p:txBody>
      </p:sp>
      <p:sp>
        <p:nvSpPr>
          <p:cNvPr id="3" name="Content Placeholder 2">
            <a:extLst>
              <a:ext uri="{FF2B5EF4-FFF2-40B4-BE49-F238E27FC236}">
                <a16:creationId xmlns:a16="http://schemas.microsoft.com/office/drawing/2014/main" id="{08581093-5C71-F5B3-96B1-4A739B22C05F}"/>
              </a:ext>
            </a:extLst>
          </p:cNvPr>
          <p:cNvSpPr>
            <a:spLocks noGrp="1"/>
          </p:cNvSpPr>
          <p:nvPr>
            <p:ph idx="1"/>
          </p:nvPr>
        </p:nvSpPr>
        <p:spPr/>
        <p:txBody>
          <a:bodyPr/>
          <a:lstStyle/>
          <a:p>
            <a:pPr marL="0" indent="0">
              <a:buNone/>
            </a:pPr>
            <a:r>
              <a:rPr lang="en-US" b="1" dirty="0"/>
              <a:t>Common Language Definition</a:t>
            </a:r>
          </a:p>
          <a:p>
            <a:pPr marL="0" indent="0">
              <a:buNone/>
            </a:pPr>
            <a:r>
              <a:rPr lang="en-US" dirty="0"/>
              <a:t>Differential Privacy (DP) allows for the sharing of statistical information about a dataset while protecting the privacy of individual data points.</a:t>
            </a:r>
          </a:p>
          <a:p>
            <a:pPr marL="0" indent="0">
              <a:buNone/>
            </a:pPr>
            <a:r>
              <a:rPr lang="en-US" b="1" dirty="0"/>
              <a:t>Formal Definition</a:t>
            </a:r>
          </a:p>
        </p:txBody>
      </p:sp>
      <p:pic>
        <p:nvPicPr>
          <p:cNvPr id="5" name="Picture 4">
            <a:extLst>
              <a:ext uri="{FF2B5EF4-FFF2-40B4-BE49-F238E27FC236}">
                <a16:creationId xmlns:a16="http://schemas.microsoft.com/office/drawing/2014/main" id="{1B448F33-5112-F98A-A1BE-E5635E78A9A5}"/>
              </a:ext>
            </a:extLst>
          </p:cNvPr>
          <p:cNvPicPr>
            <a:picLocks noChangeAspect="1"/>
          </p:cNvPicPr>
          <p:nvPr/>
        </p:nvPicPr>
        <p:blipFill>
          <a:blip r:embed="rId2"/>
          <a:stretch>
            <a:fillRect/>
          </a:stretch>
        </p:blipFill>
        <p:spPr>
          <a:xfrm>
            <a:off x="665804" y="3765977"/>
            <a:ext cx="10860392" cy="2109572"/>
          </a:xfrm>
          <a:prstGeom prst="rect">
            <a:avLst/>
          </a:prstGeom>
        </p:spPr>
      </p:pic>
      <p:sp>
        <p:nvSpPr>
          <p:cNvPr id="9" name="TextBox 8">
            <a:extLst>
              <a:ext uri="{FF2B5EF4-FFF2-40B4-BE49-F238E27FC236}">
                <a16:creationId xmlns:a16="http://schemas.microsoft.com/office/drawing/2014/main" id="{0CDAF17F-2C5A-D845-D703-30BE83E03153}"/>
              </a:ext>
            </a:extLst>
          </p:cNvPr>
          <p:cNvSpPr txBox="1"/>
          <p:nvPr/>
        </p:nvSpPr>
        <p:spPr>
          <a:xfrm>
            <a:off x="609601" y="5935806"/>
            <a:ext cx="7950740" cy="738664"/>
          </a:xfrm>
          <a:prstGeom prst="rect">
            <a:avLst/>
          </a:prstGeom>
          <a:noFill/>
        </p:spPr>
        <p:txBody>
          <a:bodyPr wrap="square">
            <a:spAutoFit/>
          </a:bodyPr>
          <a:lstStyle/>
          <a:p>
            <a:r>
              <a:rPr lang="en-US" sz="1400" dirty="0">
                <a:solidFill>
                  <a:schemeClr val="tx2"/>
                </a:solidFill>
              </a:rPr>
              <a:t>Dwork, C., McSherry, F., Nissim, K., &amp; Smith, A. (2006, March). Calibrating noise to sensitivity in private data analysis. In </a:t>
            </a:r>
            <a:r>
              <a:rPr lang="en-US" sz="1400" i="1" dirty="0">
                <a:solidFill>
                  <a:schemeClr val="tx2"/>
                </a:solidFill>
              </a:rPr>
              <a:t>Theory of cryptography conference</a:t>
            </a:r>
            <a:r>
              <a:rPr lang="en-US" sz="1400" dirty="0">
                <a:solidFill>
                  <a:schemeClr val="tx2"/>
                </a:solidFill>
              </a:rPr>
              <a:t> (pp. 265-284). Berlin, Heidelberg: Springer Berlin Heidelberg.</a:t>
            </a:r>
          </a:p>
        </p:txBody>
      </p:sp>
    </p:spTree>
    <p:extLst>
      <p:ext uri="{BB962C8B-B14F-4D97-AF65-F5344CB8AC3E}">
        <p14:creationId xmlns:p14="http://schemas.microsoft.com/office/powerpoint/2010/main" val="750104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82B79-C289-B3DF-E802-35B1E6927C76}"/>
              </a:ext>
            </a:extLst>
          </p:cNvPr>
          <p:cNvSpPr>
            <a:spLocks noGrp="1"/>
          </p:cNvSpPr>
          <p:nvPr>
            <p:ph type="title"/>
          </p:nvPr>
        </p:nvSpPr>
        <p:spPr/>
        <p:txBody>
          <a:bodyPr/>
          <a:lstStyle/>
          <a:p>
            <a:r>
              <a:rPr lang="en-US" dirty="0"/>
              <a:t>Understanding the Definition</a:t>
            </a:r>
          </a:p>
        </p:txBody>
      </p:sp>
      <p:sp>
        <p:nvSpPr>
          <p:cNvPr id="3" name="Content Placeholder 2">
            <a:extLst>
              <a:ext uri="{FF2B5EF4-FFF2-40B4-BE49-F238E27FC236}">
                <a16:creationId xmlns:a16="http://schemas.microsoft.com/office/drawing/2014/main" id="{F1A7837C-59DA-2B6C-AF78-965CE4430B17}"/>
              </a:ext>
            </a:extLst>
          </p:cNvPr>
          <p:cNvSpPr>
            <a:spLocks noGrp="1"/>
          </p:cNvSpPr>
          <p:nvPr>
            <p:ph idx="1"/>
          </p:nvPr>
        </p:nvSpPr>
        <p:spPr/>
        <p:txBody>
          <a:bodyPr/>
          <a:lstStyle/>
          <a:p>
            <a:pPr marL="457189" indent="-457189">
              <a:buFont typeface="+mj-lt"/>
              <a:buAutoNum type="arabicPeriod"/>
            </a:pPr>
            <a:endParaRPr lang="en-US" dirty="0"/>
          </a:p>
          <a:p>
            <a:pPr marL="457189" indent="-457189">
              <a:buFont typeface="+mj-lt"/>
              <a:buAutoNum type="arabicPeriod"/>
            </a:pPr>
            <a:endParaRPr lang="en-US" dirty="0"/>
          </a:p>
          <a:p>
            <a:pPr marL="457189" indent="-457189">
              <a:buFont typeface="+mj-lt"/>
              <a:buAutoNum type="arabicPeriod"/>
            </a:pPr>
            <a:endParaRPr lang="en-US" dirty="0"/>
          </a:p>
          <a:p>
            <a:pPr marL="0" indent="0">
              <a:buNone/>
            </a:pPr>
            <a:endParaRPr lang="en-US" dirty="0"/>
          </a:p>
          <a:p>
            <a:pPr marL="0" indent="0">
              <a:buNone/>
            </a:pPr>
            <a:endParaRPr lang="en-US" dirty="0"/>
          </a:p>
          <a:p>
            <a:pPr marL="457189" indent="-457189">
              <a:buFont typeface="+mj-lt"/>
              <a:buAutoNum type="arabicPeriod"/>
            </a:pPr>
            <a:r>
              <a:rPr lang="en-US" dirty="0"/>
              <a:t>Mechanism </a:t>
            </a:r>
            <a:r>
              <a:rPr lang="en-US" i="1" dirty="0"/>
              <a:t>M </a:t>
            </a:r>
            <a:r>
              <a:rPr lang="en-US" dirty="0"/>
              <a:t>(</a:t>
            </a:r>
            <a:r>
              <a:rPr lang="en-US" dirty="0" err="1"/>
              <a:t>laplace</a:t>
            </a:r>
            <a:r>
              <a:rPr lang="en-US" dirty="0"/>
              <a:t>, randomized, stable transformation)</a:t>
            </a:r>
          </a:p>
          <a:p>
            <a:pPr marL="457189" indent="-457189">
              <a:buFont typeface="+mj-lt"/>
              <a:buAutoNum type="arabicPeriod"/>
            </a:pPr>
            <a:r>
              <a:rPr lang="en-US" i="1" dirty="0"/>
              <a:t>ε</a:t>
            </a:r>
            <a:r>
              <a:rPr lang="en-US" dirty="0"/>
              <a:t>-differentially private (ε is our privacy term)</a:t>
            </a:r>
          </a:p>
          <a:p>
            <a:pPr marL="457189" indent="-457189">
              <a:buFont typeface="+mj-lt"/>
              <a:buAutoNum type="arabicPeriod"/>
            </a:pPr>
            <a:r>
              <a:rPr lang="en-US" dirty="0"/>
              <a:t>Neighboring datasets </a:t>
            </a:r>
            <a:r>
              <a:rPr lang="en-US" i="1" dirty="0"/>
              <a:t>x, x</a:t>
            </a:r>
            <a:r>
              <a:rPr lang="en-US" dirty="0"/>
              <a:t>’ (only differ by one data point)</a:t>
            </a:r>
          </a:p>
          <a:p>
            <a:pPr marL="457189" indent="-457189">
              <a:buFont typeface="+mj-lt"/>
              <a:buAutoNum type="arabicPeriod"/>
            </a:pPr>
            <a:r>
              <a:rPr lang="en-US" dirty="0"/>
              <a:t>Events </a:t>
            </a:r>
            <a:r>
              <a:rPr lang="en-US" i="1" dirty="0"/>
              <a:t>S</a:t>
            </a:r>
            <a:r>
              <a:rPr lang="en-US" dirty="0"/>
              <a:t> (output classes or features)</a:t>
            </a:r>
          </a:p>
          <a:p>
            <a:pPr marL="457189" indent="-457189">
              <a:buFont typeface="+mj-lt"/>
              <a:buAutoNum type="arabicPeriod"/>
            </a:pPr>
            <a:endParaRPr lang="en-US" dirty="0"/>
          </a:p>
        </p:txBody>
      </p:sp>
      <p:pic>
        <p:nvPicPr>
          <p:cNvPr id="4" name="Picture 3">
            <a:extLst>
              <a:ext uri="{FF2B5EF4-FFF2-40B4-BE49-F238E27FC236}">
                <a16:creationId xmlns:a16="http://schemas.microsoft.com/office/drawing/2014/main" id="{5C1F1B29-94C6-B874-3E97-0800EC318D09}"/>
              </a:ext>
            </a:extLst>
          </p:cNvPr>
          <p:cNvPicPr>
            <a:picLocks noChangeAspect="1"/>
          </p:cNvPicPr>
          <p:nvPr/>
        </p:nvPicPr>
        <p:blipFill>
          <a:blip r:embed="rId2"/>
          <a:stretch>
            <a:fillRect/>
          </a:stretch>
        </p:blipFill>
        <p:spPr>
          <a:xfrm>
            <a:off x="609600" y="1524001"/>
            <a:ext cx="10860392" cy="2109572"/>
          </a:xfrm>
          <a:prstGeom prst="rect">
            <a:avLst/>
          </a:prstGeom>
        </p:spPr>
      </p:pic>
    </p:spTree>
    <p:extLst>
      <p:ext uri="{BB962C8B-B14F-4D97-AF65-F5344CB8AC3E}">
        <p14:creationId xmlns:p14="http://schemas.microsoft.com/office/powerpoint/2010/main" val="321182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CDB11-C92A-D56B-28A6-0F2AF8856758}"/>
              </a:ext>
            </a:extLst>
          </p:cNvPr>
          <p:cNvSpPr>
            <a:spLocks noGrp="1"/>
          </p:cNvSpPr>
          <p:nvPr>
            <p:ph type="title"/>
          </p:nvPr>
        </p:nvSpPr>
        <p:spPr/>
        <p:txBody>
          <a:bodyPr/>
          <a:lstStyle/>
          <a:p>
            <a:r>
              <a:rPr lang="en-US" dirty="0"/>
              <a:t>Privacy-Utility Tradeoff</a:t>
            </a:r>
          </a:p>
        </p:txBody>
      </p:sp>
      <p:sp>
        <p:nvSpPr>
          <p:cNvPr id="3" name="Content Placeholder 2">
            <a:extLst>
              <a:ext uri="{FF2B5EF4-FFF2-40B4-BE49-F238E27FC236}">
                <a16:creationId xmlns:a16="http://schemas.microsoft.com/office/drawing/2014/main" id="{3C2D5D30-2E95-6E82-064A-143BA8529E66}"/>
              </a:ext>
            </a:extLst>
          </p:cNvPr>
          <p:cNvSpPr>
            <a:spLocks noGrp="1"/>
          </p:cNvSpPr>
          <p:nvPr>
            <p:ph idx="1"/>
          </p:nvPr>
        </p:nvSpPr>
        <p:spPr/>
        <p:txBody>
          <a:bodyPr/>
          <a:lstStyle/>
          <a:p>
            <a:r>
              <a:rPr lang="en-US" dirty="0"/>
              <a:t>Increasing the privacy term </a:t>
            </a:r>
            <a:r>
              <a:rPr lang="en-US" i="1" dirty="0"/>
              <a:t>ε </a:t>
            </a:r>
            <a:r>
              <a:rPr lang="en-US" dirty="0"/>
              <a:t>improves the privacy of the model</a:t>
            </a:r>
          </a:p>
          <a:p>
            <a:r>
              <a:rPr lang="en-US" dirty="0"/>
              <a:t>Increasing the privacy term also lowers the accuracy of the model</a:t>
            </a:r>
          </a:p>
          <a:p>
            <a:r>
              <a:rPr lang="en-US" dirty="0"/>
              <a:t>Need to find the right balance when using DP in ML models</a:t>
            </a:r>
          </a:p>
          <a:p>
            <a:endParaRPr lang="en-US" dirty="0"/>
          </a:p>
        </p:txBody>
      </p:sp>
      <p:graphicFrame>
        <p:nvGraphicFramePr>
          <p:cNvPr id="6" name="Chart 5">
            <a:extLst>
              <a:ext uri="{FF2B5EF4-FFF2-40B4-BE49-F238E27FC236}">
                <a16:creationId xmlns:a16="http://schemas.microsoft.com/office/drawing/2014/main" id="{BD606608-700E-9840-76E3-465332C0014B}"/>
              </a:ext>
            </a:extLst>
          </p:cNvPr>
          <p:cNvGraphicFramePr/>
          <p:nvPr/>
        </p:nvGraphicFramePr>
        <p:xfrm>
          <a:off x="2836153" y="3282004"/>
          <a:ext cx="5706895" cy="311573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6779041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7F13C5-4409-AC85-9A65-DC60B47FA385}"/>
              </a:ext>
            </a:extLst>
          </p:cNvPr>
          <p:cNvSpPr>
            <a:spLocks noGrp="1"/>
          </p:cNvSpPr>
          <p:nvPr>
            <p:ph type="title"/>
          </p:nvPr>
        </p:nvSpPr>
        <p:spPr/>
        <p:txBody>
          <a:bodyPr/>
          <a:lstStyle/>
          <a:p>
            <a:r>
              <a:rPr lang="en-US" dirty="0"/>
              <a:t>Hands-on Lab Example</a:t>
            </a:r>
          </a:p>
        </p:txBody>
      </p:sp>
      <p:pic>
        <p:nvPicPr>
          <p:cNvPr id="4" name="Picture 2">
            <a:extLst>
              <a:ext uri="{FF2B5EF4-FFF2-40B4-BE49-F238E27FC236}">
                <a16:creationId xmlns:a16="http://schemas.microsoft.com/office/drawing/2014/main" id="{ECE5B77F-5582-036D-3534-AE90E3B8149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1" y="1373770"/>
            <a:ext cx="4381737" cy="322003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BE5655D-263A-628E-7EF8-0F663520E0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5201" y="1345913"/>
            <a:ext cx="4468560" cy="32780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E152785-0EEC-A777-B130-691E28A98764}"/>
              </a:ext>
            </a:extLst>
          </p:cNvPr>
          <p:cNvSpPr txBox="1"/>
          <p:nvPr/>
        </p:nvSpPr>
        <p:spPr>
          <a:xfrm>
            <a:off x="1313253" y="4737338"/>
            <a:ext cx="3407063" cy="830997"/>
          </a:xfrm>
          <a:prstGeom prst="rect">
            <a:avLst/>
          </a:prstGeom>
          <a:noFill/>
        </p:spPr>
        <p:txBody>
          <a:bodyPr wrap="square" rtlCol="0">
            <a:spAutoFit/>
          </a:bodyPr>
          <a:lstStyle/>
          <a:p>
            <a:r>
              <a:rPr lang="en-US" sz="2400" dirty="0"/>
              <a:t>Reconstructed Dataset Using Model Inversion</a:t>
            </a:r>
          </a:p>
        </p:txBody>
      </p:sp>
      <p:sp>
        <p:nvSpPr>
          <p:cNvPr id="7" name="TextBox 6">
            <a:extLst>
              <a:ext uri="{FF2B5EF4-FFF2-40B4-BE49-F238E27FC236}">
                <a16:creationId xmlns:a16="http://schemas.microsoft.com/office/drawing/2014/main" id="{5F71CE18-252D-CBA3-E7D0-938F58E15735}"/>
              </a:ext>
            </a:extLst>
          </p:cNvPr>
          <p:cNvSpPr txBox="1"/>
          <p:nvPr/>
        </p:nvSpPr>
        <p:spPr>
          <a:xfrm>
            <a:off x="6546480" y="4750864"/>
            <a:ext cx="3538565" cy="1200329"/>
          </a:xfrm>
          <a:prstGeom prst="rect">
            <a:avLst/>
          </a:prstGeom>
          <a:noFill/>
        </p:spPr>
        <p:txBody>
          <a:bodyPr wrap="square" rtlCol="0">
            <a:spAutoFit/>
          </a:bodyPr>
          <a:lstStyle/>
          <a:p>
            <a:r>
              <a:rPr lang="en-US" sz="2400" dirty="0"/>
              <a:t>Attempted Model Inversion after Differential Privacy</a:t>
            </a:r>
          </a:p>
        </p:txBody>
      </p:sp>
    </p:spTree>
    <p:extLst>
      <p:ext uri="{BB962C8B-B14F-4D97-AF65-F5344CB8AC3E}">
        <p14:creationId xmlns:p14="http://schemas.microsoft.com/office/powerpoint/2010/main" val="1704470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E297A-C297-5D90-D66F-1E2CF1FFE001}"/>
              </a:ext>
            </a:extLst>
          </p:cNvPr>
          <p:cNvSpPr>
            <a:spLocks noGrp="1"/>
          </p:cNvSpPr>
          <p:nvPr>
            <p:ph type="title"/>
          </p:nvPr>
        </p:nvSpPr>
        <p:spPr/>
        <p:txBody>
          <a:bodyPr/>
          <a:lstStyle/>
          <a:p>
            <a:r>
              <a:rPr lang="en-US" dirty="0"/>
              <a:t>Real World Applications of DP</a:t>
            </a:r>
          </a:p>
        </p:txBody>
      </p:sp>
      <p:sp>
        <p:nvSpPr>
          <p:cNvPr id="3" name="Content Placeholder 2">
            <a:extLst>
              <a:ext uri="{FF2B5EF4-FFF2-40B4-BE49-F238E27FC236}">
                <a16:creationId xmlns:a16="http://schemas.microsoft.com/office/drawing/2014/main" id="{5C2F2B1D-CC1F-935F-7E6D-E4793F7C8C1E}"/>
              </a:ext>
            </a:extLst>
          </p:cNvPr>
          <p:cNvSpPr>
            <a:spLocks noGrp="1"/>
          </p:cNvSpPr>
          <p:nvPr>
            <p:ph idx="1"/>
          </p:nvPr>
        </p:nvSpPr>
        <p:spPr/>
        <p:txBody>
          <a:bodyPr/>
          <a:lstStyle/>
          <a:p>
            <a:r>
              <a:rPr lang="en-US" dirty="0"/>
              <a:t>US Census Bureau uses DP to release redistricting data from the 2020 Census</a:t>
            </a:r>
          </a:p>
          <a:p>
            <a:r>
              <a:rPr lang="en-US" dirty="0"/>
              <a:t>Microsoft uses DP for telemetry on Windows</a:t>
            </a:r>
          </a:p>
          <a:p>
            <a:r>
              <a:rPr lang="en-US" dirty="0"/>
              <a:t>Google uses DP to report historical traffic statistics</a:t>
            </a:r>
          </a:p>
          <a:p>
            <a:r>
              <a:rPr lang="en-US" dirty="0"/>
              <a:t>Apple uses DP for local device data (health, keyboard usage, etc.)</a:t>
            </a:r>
          </a:p>
          <a:p>
            <a:pPr marL="0" indent="0">
              <a:buNone/>
            </a:pPr>
            <a:endParaRPr lang="en-US" dirty="0"/>
          </a:p>
        </p:txBody>
      </p:sp>
      <p:pic>
        <p:nvPicPr>
          <p:cNvPr id="2050" name="Picture 2" descr="Microsoft Logo PNG With Transparent Background">
            <a:extLst>
              <a:ext uri="{FF2B5EF4-FFF2-40B4-BE49-F238E27FC236}">
                <a16:creationId xmlns:a16="http://schemas.microsoft.com/office/drawing/2014/main" id="{D1A08711-21E1-C76D-B391-BD9A60852CA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83539" y="4277636"/>
            <a:ext cx="2720279" cy="1814267"/>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Google logo icon. Vector illustration 11598471 Vector Art at Vecteezy">
            <a:extLst>
              <a:ext uri="{FF2B5EF4-FFF2-40B4-BE49-F238E27FC236}">
                <a16:creationId xmlns:a16="http://schemas.microsoft.com/office/drawing/2014/main" id="{DE6A1B8A-EE20-2525-6746-D38E96C0D30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9189" t="18583" r="18117" b="19106"/>
          <a:stretch>
            <a:fillRect/>
          </a:stretch>
        </p:blipFill>
        <p:spPr bwMode="auto">
          <a:xfrm>
            <a:off x="6806115" y="4121975"/>
            <a:ext cx="2044115" cy="2031651"/>
          </a:xfrm>
          <a:prstGeom prst="rect">
            <a:avLst/>
          </a:prstGeom>
          <a:noFill/>
          <a:extLst>
            <a:ext uri="{909E8E84-426E-40DD-AFC4-6F175D3DCCD1}">
              <a14:hiddenFill xmlns:a14="http://schemas.microsoft.com/office/drawing/2010/main">
                <a:solidFill>
                  <a:srgbClr val="FFFFFF"/>
                </a:solidFill>
              </a14:hiddenFill>
            </a:ext>
          </a:extLst>
        </p:spPr>
      </p:pic>
      <p:pic>
        <p:nvPicPr>
          <p:cNvPr id="2060" name="Picture 12" descr="Logo Apple - Logos PNG">
            <a:extLst>
              <a:ext uri="{FF2B5EF4-FFF2-40B4-BE49-F238E27FC236}">
                <a16:creationId xmlns:a16="http://schemas.microsoft.com/office/drawing/2014/main" id="{5EAEBC58-128E-AABA-40D6-475BCC8906D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88142" y="4052800"/>
            <a:ext cx="2182397" cy="2182397"/>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a:extLst>
              <a:ext uri="{FF2B5EF4-FFF2-40B4-BE49-F238E27FC236}">
                <a16:creationId xmlns:a16="http://schemas.microsoft.com/office/drawing/2014/main" id="{B1DDE3EC-3433-8AC9-725C-AF029B92A086}"/>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46314" y="4277637"/>
            <a:ext cx="1894564" cy="18945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9341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A87C7-4EC2-54FA-347A-5C8077F800B0}"/>
              </a:ext>
            </a:extLst>
          </p:cNvPr>
          <p:cNvSpPr>
            <a:spLocks noGrp="1"/>
          </p:cNvSpPr>
          <p:nvPr>
            <p:ph type="title"/>
          </p:nvPr>
        </p:nvSpPr>
        <p:spPr/>
        <p:txBody>
          <a:bodyPr/>
          <a:lstStyle/>
          <a:p>
            <a:r>
              <a:rPr lang="en-US" dirty="0"/>
              <a:t>Hands-on Lab</a:t>
            </a:r>
          </a:p>
        </p:txBody>
      </p:sp>
      <p:sp>
        <p:nvSpPr>
          <p:cNvPr id="3" name="Content Placeholder 2">
            <a:extLst>
              <a:ext uri="{FF2B5EF4-FFF2-40B4-BE49-F238E27FC236}">
                <a16:creationId xmlns:a16="http://schemas.microsoft.com/office/drawing/2014/main" id="{36B32838-F40B-34A4-A4BE-3747BA0FC438}"/>
              </a:ext>
            </a:extLst>
          </p:cNvPr>
          <p:cNvSpPr>
            <a:spLocks noGrp="1"/>
          </p:cNvSpPr>
          <p:nvPr>
            <p:ph idx="1"/>
          </p:nvPr>
        </p:nvSpPr>
        <p:spPr/>
        <p:txBody>
          <a:bodyPr/>
          <a:lstStyle/>
          <a:p>
            <a:pPr marL="457189" indent="-457189">
              <a:buAutoNum type="arabicPeriod"/>
            </a:pPr>
            <a:r>
              <a:rPr lang="en-US" dirty="0"/>
              <a:t>Load and analyze the Iris dataset (simple classification dataset)</a:t>
            </a:r>
          </a:p>
          <a:p>
            <a:pPr marL="457189" indent="-457189">
              <a:buAutoNum type="arabicPeriod"/>
            </a:pPr>
            <a:r>
              <a:rPr lang="en-US" dirty="0"/>
              <a:t>Train a simple Decision Tree Classifier</a:t>
            </a:r>
          </a:p>
          <a:p>
            <a:pPr marL="457189" indent="-457189">
              <a:buAutoNum type="arabicPeriod"/>
            </a:pPr>
            <a:r>
              <a:rPr lang="en-US" dirty="0"/>
              <a:t>Use a Model Inversion attack to recover private information about the petal length feature in the training data</a:t>
            </a:r>
          </a:p>
          <a:p>
            <a:pPr marL="457189" indent="-457189">
              <a:buAutoNum type="arabicPeriod"/>
            </a:pPr>
            <a:r>
              <a:rPr lang="en-US" dirty="0"/>
              <a:t>Use Differential Privacy on the model’s outputs to defend against these attacks</a:t>
            </a:r>
          </a:p>
          <a:p>
            <a:pPr marL="457189" indent="-457189">
              <a:buAutoNum type="arabicPeriod"/>
            </a:pPr>
            <a:r>
              <a:rPr lang="en-US" dirty="0"/>
              <a:t>Attempt another Model Inversion attack and analyze the results</a:t>
            </a:r>
          </a:p>
        </p:txBody>
      </p:sp>
    </p:spTree>
    <p:extLst>
      <p:ext uri="{BB962C8B-B14F-4D97-AF65-F5344CB8AC3E}">
        <p14:creationId xmlns:p14="http://schemas.microsoft.com/office/powerpoint/2010/main" val="34760890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9DC9C-5E63-FA99-13F4-FDC3808A076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305433B-47BB-C536-1C30-D065524255F3}"/>
              </a:ext>
            </a:extLst>
          </p:cNvPr>
          <p:cNvSpPr>
            <a:spLocks noGrp="1"/>
          </p:cNvSpPr>
          <p:nvPr>
            <p:ph type="subTitle" idx="1"/>
          </p:nvPr>
        </p:nvSpPr>
        <p:spPr/>
        <p:txBody>
          <a:bodyPr/>
          <a:lstStyle/>
          <a:p>
            <a:pPr marL="0" indent="0">
              <a:buNone/>
            </a:pPr>
            <a:r>
              <a:rPr lang="en-US" dirty="0"/>
              <a:t>Presented By Chao Wang</a:t>
            </a:r>
          </a:p>
        </p:txBody>
      </p:sp>
      <p:sp>
        <p:nvSpPr>
          <p:cNvPr id="2" name="Title 1">
            <a:extLst>
              <a:ext uri="{FF2B5EF4-FFF2-40B4-BE49-F238E27FC236}">
                <a16:creationId xmlns:a16="http://schemas.microsoft.com/office/drawing/2014/main" id="{424DE354-CE18-CB47-BCD0-14D4399BACB0}"/>
              </a:ext>
            </a:extLst>
          </p:cNvPr>
          <p:cNvSpPr>
            <a:spLocks noGrp="1"/>
          </p:cNvSpPr>
          <p:nvPr>
            <p:ph type="ctrTitle"/>
          </p:nvPr>
        </p:nvSpPr>
        <p:spPr/>
        <p:txBody>
          <a:bodyPr/>
          <a:lstStyle/>
          <a:p>
            <a:r>
              <a:rPr lang="en-US" dirty="0"/>
              <a:t>Digital Watermarking</a:t>
            </a:r>
          </a:p>
        </p:txBody>
      </p:sp>
      <p:sp>
        <p:nvSpPr>
          <p:cNvPr id="6" name="TextBox 5">
            <a:extLst>
              <a:ext uri="{FF2B5EF4-FFF2-40B4-BE49-F238E27FC236}">
                <a16:creationId xmlns:a16="http://schemas.microsoft.com/office/drawing/2014/main" id="{69ABF531-29E2-24FF-114F-DC4A8C63FB34}"/>
              </a:ext>
            </a:extLst>
          </p:cNvPr>
          <p:cNvSpPr txBox="1"/>
          <p:nvPr/>
        </p:nvSpPr>
        <p:spPr>
          <a:xfrm>
            <a:off x="3901440" y="5953760"/>
            <a:ext cx="0" cy="0"/>
          </a:xfrm>
          <a:prstGeom prst="rect">
            <a:avLst/>
          </a:prstGeom>
          <a:noFill/>
        </p:spPr>
        <p:txBody>
          <a:bodyPr wrap="none" rtlCol="0">
            <a:noAutofit/>
          </a:bodyPr>
          <a:lstStyle/>
          <a:p>
            <a:pPr algn="ctr"/>
            <a:endParaRPr lang="en-US" sz="1600" dirty="0" err="1"/>
          </a:p>
        </p:txBody>
      </p:sp>
    </p:spTree>
    <p:extLst>
      <p:ext uri="{BB962C8B-B14F-4D97-AF65-F5344CB8AC3E}">
        <p14:creationId xmlns:p14="http://schemas.microsoft.com/office/powerpoint/2010/main" val="21278550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9FFBF-D485-40B2-D09E-205CDD2D95CA}"/>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6463E3D6-EF3A-CD0D-3C6C-C1AF5DA234FB}"/>
              </a:ext>
            </a:extLst>
          </p:cNvPr>
          <p:cNvSpPr>
            <a:spLocks noGrp="1"/>
          </p:cNvSpPr>
          <p:nvPr>
            <p:ph type="title"/>
          </p:nvPr>
        </p:nvSpPr>
        <p:spPr/>
        <p:txBody>
          <a:bodyPr/>
          <a:lstStyle/>
          <a:p>
            <a:r>
              <a:rPr lang="en-US" dirty="0"/>
              <a:t>Workshop Overview: Digital Watermarking</a:t>
            </a:r>
          </a:p>
        </p:txBody>
      </p:sp>
      <p:sp>
        <p:nvSpPr>
          <p:cNvPr id="3" name="Content Placeholder 2">
            <a:extLst>
              <a:ext uri="{FF2B5EF4-FFF2-40B4-BE49-F238E27FC236}">
                <a16:creationId xmlns:a16="http://schemas.microsoft.com/office/drawing/2014/main" id="{E51E17C6-951B-10A9-7CE1-66E60ECD10DD}"/>
              </a:ext>
            </a:extLst>
          </p:cNvPr>
          <p:cNvSpPr>
            <a:spLocks noGrp="1"/>
          </p:cNvSpPr>
          <p:nvPr>
            <p:ph sz="half" idx="1"/>
          </p:nvPr>
        </p:nvSpPr>
        <p:spPr/>
        <p:txBody>
          <a:bodyPr anchor="ctr">
            <a:normAutofit/>
          </a:bodyPr>
          <a:lstStyle/>
          <a:p>
            <a:pPr marL="0" indent="0">
              <a:buNone/>
            </a:pPr>
            <a:r>
              <a:rPr lang="en-US" b="1" u="sng" dirty="0"/>
              <a:t>What is Watermarking?</a:t>
            </a:r>
          </a:p>
          <a:p>
            <a:pPr marL="320040" lvl="1" indent="0">
              <a:lnSpc>
                <a:spcPct val="90000"/>
              </a:lnSpc>
              <a:buNone/>
            </a:pPr>
            <a:r>
              <a:rPr lang="en-US" dirty="0"/>
              <a:t>Embedding hidden information into digital media</a:t>
            </a:r>
          </a:p>
          <a:p>
            <a:pPr marL="320040" lvl="1" indent="0">
              <a:lnSpc>
                <a:spcPct val="90000"/>
              </a:lnSpc>
              <a:buNone/>
            </a:pPr>
            <a:r>
              <a:rPr lang="en-US" dirty="0"/>
              <a:t>Invisible to the human eye, recoverable by algorithm</a:t>
            </a:r>
          </a:p>
          <a:p>
            <a:pPr marL="0" indent="0">
              <a:buNone/>
            </a:pPr>
            <a:r>
              <a:rPr lang="en-US" b="1" u="sng" dirty="0"/>
              <a:t>Three Projects</a:t>
            </a:r>
          </a:p>
          <a:p>
            <a:pPr marL="320040" lvl="1" indent="0">
              <a:lnSpc>
                <a:spcPct val="90000"/>
              </a:lnSpc>
              <a:buNone/>
            </a:pPr>
            <a:r>
              <a:rPr lang="en-US" dirty="0"/>
              <a:t>Project 1: Image Watermarking </a:t>
            </a:r>
            <a:br>
              <a:rPr lang="en-US" dirty="0"/>
            </a:br>
            <a:r>
              <a:rPr lang="en-US" dirty="0"/>
              <a:t>(DWT-DCT vs. </a:t>
            </a:r>
            <a:r>
              <a:rPr lang="en-US" dirty="0" err="1"/>
              <a:t>RivaGAN</a:t>
            </a:r>
            <a:r>
              <a:rPr lang="en-US" dirty="0"/>
              <a:t>)</a:t>
            </a:r>
          </a:p>
          <a:p>
            <a:pPr marL="320040" lvl="1" indent="0">
              <a:lnSpc>
                <a:spcPct val="90000"/>
              </a:lnSpc>
              <a:buNone/>
            </a:pPr>
            <a:r>
              <a:rPr lang="en-US" dirty="0"/>
              <a:t>Project 2: LLM Text Watermarking </a:t>
            </a:r>
            <a:br>
              <a:rPr lang="en-US" dirty="0"/>
            </a:br>
            <a:r>
              <a:rPr lang="en-US" dirty="0"/>
              <a:t>(KGW algorithm)</a:t>
            </a:r>
          </a:p>
          <a:p>
            <a:pPr marL="320040" lvl="1" indent="0">
              <a:lnSpc>
                <a:spcPct val="90000"/>
              </a:lnSpc>
              <a:buNone/>
            </a:pPr>
            <a:r>
              <a:rPr lang="en-US" dirty="0"/>
              <a:t>Project 3: Model Ownership via Backdoor Watermarking</a:t>
            </a:r>
          </a:p>
        </p:txBody>
      </p:sp>
      <p:sp>
        <p:nvSpPr>
          <p:cNvPr id="4" name="Content Placeholder 3">
            <a:extLst>
              <a:ext uri="{FF2B5EF4-FFF2-40B4-BE49-F238E27FC236}">
                <a16:creationId xmlns:a16="http://schemas.microsoft.com/office/drawing/2014/main" id="{DA86CC8C-D2B3-2DF4-7445-4A10D8157AF4}"/>
              </a:ext>
            </a:extLst>
          </p:cNvPr>
          <p:cNvSpPr>
            <a:spLocks noGrp="1"/>
          </p:cNvSpPr>
          <p:nvPr>
            <p:ph sz="half" idx="2"/>
          </p:nvPr>
        </p:nvSpPr>
        <p:spPr/>
        <p:txBody>
          <a:bodyPr anchor="ctr">
            <a:normAutofit/>
          </a:bodyPr>
          <a:lstStyle/>
          <a:p>
            <a:pPr marL="0" indent="0">
              <a:buNone/>
            </a:pPr>
            <a:r>
              <a:rPr lang="en-US" b="1" u="sng" dirty="0"/>
              <a:t>Why It Matters</a:t>
            </a:r>
          </a:p>
          <a:p>
            <a:pPr marL="320040" lvl="1" indent="0">
              <a:lnSpc>
                <a:spcPct val="90000"/>
              </a:lnSpc>
              <a:buNone/>
            </a:pPr>
            <a:r>
              <a:rPr lang="en-US" dirty="0"/>
              <a:t>Protect intellectual property of images and AI models</a:t>
            </a:r>
          </a:p>
          <a:p>
            <a:pPr marL="320040" lvl="1" indent="0">
              <a:lnSpc>
                <a:spcPct val="90000"/>
              </a:lnSpc>
              <a:buNone/>
            </a:pPr>
            <a:r>
              <a:rPr lang="en-US" dirty="0"/>
              <a:t>Trace unauthorized distribution</a:t>
            </a:r>
          </a:p>
          <a:p>
            <a:pPr marL="320040" lvl="1" indent="0">
              <a:lnSpc>
                <a:spcPct val="90000"/>
              </a:lnSpc>
              <a:buNone/>
            </a:pPr>
            <a:r>
              <a:rPr lang="en-US" dirty="0"/>
              <a:t>Verify ownership in black-box deployment settings</a:t>
            </a:r>
          </a:p>
          <a:p>
            <a:pPr marL="0" indent="0">
              <a:lnSpc>
                <a:spcPct val="90000"/>
              </a:lnSpc>
              <a:buNone/>
            </a:pPr>
            <a:r>
              <a:rPr lang="en-US" b="1" u="sng" dirty="0"/>
              <a:t>Workshop Flow</a:t>
            </a:r>
          </a:p>
          <a:p>
            <a:pPr marL="0" indent="0">
              <a:lnSpc>
                <a:spcPct val="90000"/>
              </a:lnSpc>
              <a:buNone/>
            </a:pPr>
            <a:r>
              <a:rPr lang="en-US" sz="1400" dirty="0"/>
              <a:t>Background theory  →  Hands-on notebook  →  Robustness tests</a:t>
            </a:r>
          </a:p>
        </p:txBody>
      </p:sp>
    </p:spTree>
    <p:extLst>
      <p:ext uri="{BB962C8B-B14F-4D97-AF65-F5344CB8AC3E}">
        <p14:creationId xmlns:p14="http://schemas.microsoft.com/office/powerpoint/2010/main" val="156536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D5702-161D-8ECF-2A53-E76458B5BBA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69E0B9-0A05-4199-FAF3-ECC1DFAF5919}"/>
              </a:ext>
            </a:extLst>
          </p:cNvPr>
          <p:cNvSpPr/>
          <p:nvPr/>
        </p:nvSpPr>
        <p:spPr bwMode="auto">
          <a:xfrm>
            <a:off x="0" y="6927"/>
            <a:ext cx="12192000" cy="6858000"/>
          </a:xfrm>
          <a:prstGeom prst="rect">
            <a:avLst/>
          </a:prstGeom>
          <a:solidFill>
            <a:schemeClr val="accent2"/>
          </a:solidFill>
          <a:ln w="12700" cap="sq" algn="ctr">
            <a:noFill/>
            <a:miter lim="800000"/>
            <a:headEnd/>
            <a:tailEnd/>
          </a:ln>
          <a:effectLst/>
        </p:spPr>
        <p:txBody>
          <a:bodyPr wrap="none" rtlCol="0" anchor="ctr"/>
          <a:lstStyle/>
          <a:p>
            <a:pPr algn="ctr"/>
            <a:endParaRPr lang="en-US" sz="1600" dirty="0">
              <a:solidFill>
                <a:schemeClr val="bg1"/>
              </a:solidFill>
              <a:latin typeface="+mn-lt"/>
            </a:endParaRPr>
          </a:p>
        </p:txBody>
      </p:sp>
      <p:sp>
        <p:nvSpPr>
          <p:cNvPr id="24" name="Rectangle 23">
            <a:extLst>
              <a:ext uri="{FF2B5EF4-FFF2-40B4-BE49-F238E27FC236}">
                <a16:creationId xmlns:a16="http://schemas.microsoft.com/office/drawing/2014/main" id="{8858E860-FC17-523A-28A1-62C7924A9231}"/>
              </a:ext>
            </a:extLst>
          </p:cNvPr>
          <p:cNvSpPr/>
          <p:nvPr/>
        </p:nvSpPr>
        <p:spPr>
          <a:xfrm>
            <a:off x="-1" y="556867"/>
            <a:ext cx="5456255" cy="1753196"/>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E9FA577-C029-E3A1-F14A-825DC08531EC}"/>
              </a:ext>
            </a:extLst>
          </p:cNvPr>
          <p:cNvSpPr/>
          <p:nvPr/>
        </p:nvSpPr>
        <p:spPr>
          <a:xfrm>
            <a:off x="8921539" y="5132136"/>
            <a:ext cx="3270461" cy="1184094"/>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AEE6ECF-8EE7-DCFA-0072-B11352C7FAB3}"/>
              </a:ext>
            </a:extLst>
          </p:cNvPr>
          <p:cNvSpPr txBox="1"/>
          <p:nvPr/>
        </p:nvSpPr>
        <p:spPr>
          <a:xfrm>
            <a:off x="348986" y="725579"/>
            <a:ext cx="4758280" cy="1415772"/>
          </a:xfrm>
          <a:prstGeom prst="rect">
            <a:avLst/>
          </a:prstGeom>
          <a:noFill/>
        </p:spPr>
        <p:txBody>
          <a:bodyPr wrap="square" lIns="91440" tIns="45720" rIns="91440" bIns="45720" anchor="t">
            <a:spAutoFit/>
          </a:bodyPr>
          <a:lstStyle/>
          <a:p>
            <a:r>
              <a:rPr lang="en-US" sz="5000" b="1" spc="-50" dirty="0">
                <a:solidFill>
                  <a:srgbClr val="AB162B"/>
                </a:solidFill>
                <a:latin typeface="Arial"/>
                <a:cs typeface="Arial"/>
              </a:rPr>
              <a:t>Project 1</a:t>
            </a:r>
            <a:br>
              <a:rPr lang="en-US" sz="5000" b="1" dirty="0">
                <a:solidFill>
                  <a:srgbClr val="AB162B"/>
                </a:solidFill>
                <a:latin typeface="Arial" panose="020B0604020202020204" pitchFamily="34" charset="0"/>
                <a:cs typeface="Arial" panose="020B0604020202020204" pitchFamily="34" charset="0"/>
              </a:rPr>
            </a:br>
            <a:r>
              <a:rPr lang="en-US" sz="3600" b="1" dirty="0">
                <a:solidFill>
                  <a:srgbClr val="AB162B"/>
                </a:solidFill>
                <a:latin typeface="Arial"/>
                <a:cs typeface="Arial"/>
              </a:rPr>
              <a:t>Image Watermarking</a:t>
            </a:r>
            <a:endParaRPr lang="en-US" sz="3600" dirty="0">
              <a:solidFill>
                <a:srgbClr val="AB162B"/>
              </a:solidFill>
              <a:latin typeface="Arial"/>
              <a:cs typeface="Arial"/>
            </a:endParaRPr>
          </a:p>
        </p:txBody>
      </p:sp>
      <p:sp>
        <p:nvSpPr>
          <p:cNvPr id="19" name="TextBox 18">
            <a:extLst>
              <a:ext uri="{FF2B5EF4-FFF2-40B4-BE49-F238E27FC236}">
                <a16:creationId xmlns:a16="http://schemas.microsoft.com/office/drawing/2014/main" id="{3A251273-A588-0042-36FA-833B16582E7E}"/>
              </a:ext>
            </a:extLst>
          </p:cNvPr>
          <p:cNvSpPr txBox="1"/>
          <p:nvPr/>
        </p:nvSpPr>
        <p:spPr>
          <a:xfrm>
            <a:off x="-250521" y="4872625"/>
            <a:ext cx="0" cy="0"/>
          </a:xfrm>
          <a:prstGeom prst="rect">
            <a:avLst/>
          </a:prstGeom>
          <a:noFill/>
        </p:spPr>
        <p:txBody>
          <a:bodyPr wrap="none" rtlCol="0">
            <a:noAutofit/>
          </a:bodyPr>
          <a:lstStyle/>
          <a:p>
            <a:pPr algn="ctr"/>
            <a:endParaRPr lang="en-US" sz="1600" err="1"/>
          </a:p>
        </p:txBody>
      </p:sp>
      <p:sp>
        <p:nvSpPr>
          <p:cNvPr id="20" name="TextBox 19">
            <a:extLst>
              <a:ext uri="{FF2B5EF4-FFF2-40B4-BE49-F238E27FC236}">
                <a16:creationId xmlns:a16="http://schemas.microsoft.com/office/drawing/2014/main" id="{25FD3232-9A6E-875D-968E-DBE150296AE0}"/>
              </a:ext>
            </a:extLst>
          </p:cNvPr>
          <p:cNvSpPr txBox="1"/>
          <p:nvPr/>
        </p:nvSpPr>
        <p:spPr>
          <a:xfrm>
            <a:off x="-125260" y="2718148"/>
            <a:ext cx="0" cy="0"/>
          </a:xfrm>
          <a:prstGeom prst="rect">
            <a:avLst/>
          </a:prstGeom>
          <a:noFill/>
        </p:spPr>
        <p:txBody>
          <a:bodyPr wrap="none" rtlCol="0">
            <a:noAutofit/>
          </a:bodyPr>
          <a:lstStyle/>
          <a:p>
            <a:pPr algn="ctr"/>
            <a:endParaRPr lang="en-US" sz="1600" err="1"/>
          </a:p>
        </p:txBody>
      </p:sp>
      <p:sp>
        <p:nvSpPr>
          <p:cNvPr id="21" name="TextBox 20">
            <a:extLst>
              <a:ext uri="{FF2B5EF4-FFF2-40B4-BE49-F238E27FC236}">
                <a16:creationId xmlns:a16="http://schemas.microsoft.com/office/drawing/2014/main" id="{0C4480FA-A489-FBAE-D712-9B5F9B37CCFA}"/>
              </a:ext>
            </a:extLst>
          </p:cNvPr>
          <p:cNvSpPr txBox="1"/>
          <p:nvPr/>
        </p:nvSpPr>
        <p:spPr>
          <a:xfrm>
            <a:off x="6465455" y="-221673"/>
            <a:ext cx="0" cy="0"/>
          </a:xfrm>
          <a:prstGeom prst="rect">
            <a:avLst/>
          </a:prstGeom>
          <a:noFill/>
        </p:spPr>
        <p:txBody>
          <a:bodyPr wrap="none" rtlCol="0">
            <a:noAutofit/>
          </a:bodyPr>
          <a:lstStyle/>
          <a:p>
            <a:pPr algn="ctr"/>
            <a:endParaRPr lang="en-US" sz="1600" err="1"/>
          </a:p>
        </p:txBody>
      </p:sp>
      <p:pic>
        <p:nvPicPr>
          <p:cNvPr id="7" name="Picture 6" descr="A red letter w on a black background&#10;&#10;Description automatically generated">
            <a:extLst>
              <a:ext uri="{FF2B5EF4-FFF2-40B4-BE49-F238E27FC236}">
                <a16:creationId xmlns:a16="http://schemas.microsoft.com/office/drawing/2014/main" id="{F1E09C45-1D0A-B0DB-BC4D-11F89FF7045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435700" y="5370126"/>
            <a:ext cx="2177592" cy="704088"/>
          </a:xfrm>
          <a:prstGeom prst="rect">
            <a:avLst/>
          </a:prstGeom>
        </p:spPr>
      </p:pic>
    </p:spTree>
    <p:extLst>
      <p:ext uri="{BB962C8B-B14F-4D97-AF65-F5344CB8AC3E}">
        <p14:creationId xmlns:p14="http://schemas.microsoft.com/office/powerpoint/2010/main" val="18686905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B70D2-9460-DF94-9445-CD57402E5F21}"/>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9F56C171-274B-E237-3721-7A89D38C927E}"/>
              </a:ext>
            </a:extLst>
          </p:cNvPr>
          <p:cNvSpPr>
            <a:spLocks noGrp="1"/>
          </p:cNvSpPr>
          <p:nvPr>
            <p:ph type="title"/>
          </p:nvPr>
        </p:nvSpPr>
        <p:spPr/>
        <p:txBody>
          <a:bodyPr/>
          <a:lstStyle/>
          <a:p>
            <a:r>
              <a:rPr lang="en-US" dirty="0"/>
              <a:t>What is Digital Image Watermarking?</a:t>
            </a:r>
          </a:p>
        </p:txBody>
      </p:sp>
      <p:sp>
        <p:nvSpPr>
          <p:cNvPr id="3" name="Content Placeholder 2">
            <a:extLst>
              <a:ext uri="{FF2B5EF4-FFF2-40B4-BE49-F238E27FC236}">
                <a16:creationId xmlns:a16="http://schemas.microsoft.com/office/drawing/2014/main" id="{B1EAF49C-1B59-D99B-7676-2608440E21A9}"/>
              </a:ext>
            </a:extLst>
          </p:cNvPr>
          <p:cNvSpPr>
            <a:spLocks noGrp="1"/>
          </p:cNvSpPr>
          <p:nvPr>
            <p:ph sz="half" idx="1"/>
          </p:nvPr>
        </p:nvSpPr>
        <p:spPr/>
        <p:txBody>
          <a:bodyPr anchor="ctr">
            <a:normAutofit/>
          </a:bodyPr>
          <a:lstStyle/>
          <a:p>
            <a:pPr marL="0" indent="0">
              <a:buNone/>
            </a:pPr>
            <a:r>
              <a:rPr lang="en-US" b="1" u="sng" dirty="0"/>
              <a:t>Core Concept</a:t>
            </a:r>
          </a:p>
          <a:p>
            <a:pPr marL="320040" lvl="1" indent="0">
              <a:lnSpc>
                <a:spcPct val="90000"/>
              </a:lnSpc>
              <a:buNone/>
            </a:pPr>
            <a:r>
              <a:rPr lang="en-US" dirty="0"/>
              <a:t>A hidden signal embedded inside a digital image</a:t>
            </a:r>
          </a:p>
          <a:p>
            <a:pPr marL="320040" lvl="1" indent="0">
              <a:lnSpc>
                <a:spcPct val="90000"/>
              </a:lnSpc>
              <a:buNone/>
            </a:pPr>
            <a:r>
              <a:rPr lang="en-US" dirty="0"/>
              <a:t>Invisible to the human eye</a:t>
            </a:r>
          </a:p>
          <a:p>
            <a:pPr marL="320040" lvl="1" indent="0">
              <a:lnSpc>
                <a:spcPct val="90000"/>
              </a:lnSpc>
              <a:buNone/>
            </a:pPr>
            <a:r>
              <a:rPr lang="en-US" dirty="0"/>
              <a:t>Recoverable by a decoder with the correct key</a:t>
            </a:r>
          </a:p>
          <a:p>
            <a:pPr marL="0" indent="0">
              <a:lnSpc>
                <a:spcPct val="90000"/>
              </a:lnSpc>
              <a:buNone/>
            </a:pPr>
            <a:r>
              <a:rPr lang="en-US" b="1" u="sng" dirty="0"/>
              <a:t>Two Embedding Domains</a:t>
            </a:r>
          </a:p>
          <a:p>
            <a:pPr marL="320040" lvl="1" indent="0">
              <a:lnSpc>
                <a:spcPct val="90000"/>
              </a:lnSpc>
              <a:buNone/>
            </a:pPr>
            <a:r>
              <a:rPr lang="en-US" b="1" dirty="0"/>
              <a:t>Spatial domain: </a:t>
            </a:r>
            <a:br>
              <a:rPr lang="en-US" dirty="0"/>
            </a:br>
            <a:r>
              <a:rPr lang="en-US" dirty="0"/>
              <a:t>modify pixel values directly</a:t>
            </a:r>
          </a:p>
          <a:p>
            <a:pPr marL="320040" lvl="1" indent="0">
              <a:lnSpc>
                <a:spcPct val="90000"/>
              </a:lnSpc>
              <a:buNone/>
            </a:pPr>
            <a:r>
              <a:rPr lang="en-US" b="1" dirty="0"/>
              <a:t>Frequency domain: </a:t>
            </a:r>
            <a:br>
              <a:rPr lang="en-US" dirty="0"/>
            </a:br>
            <a:r>
              <a:rPr lang="en-US" dirty="0"/>
              <a:t>modify transform coefficients (DWT, DCT)</a:t>
            </a:r>
          </a:p>
        </p:txBody>
      </p:sp>
      <p:sp>
        <p:nvSpPr>
          <p:cNvPr id="4" name="Content Placeholder 3">
            <a:extLst>
              <a:ext uri="{FF2B5EF4-FFF2-40B4-BE49-F238E27FC236}">
                <a16:creationId xmlns:a16="http://schemas.microsoft.com/office/drawing/2014/main" id="{6AEFE628-0DE7-10DC-70A0-049D553390A6}"/>
              </a:ext>
            </a:extLst>
          </p:cNvPr>
          <p:cNvSpPr>
            <a:spLocks noGrp="1"/>
          </p:cNvSpPr>
          <p:nvPr>
            <p:ph sz="half" idx="2"/>
          </p:nvPr>
        </p:nvSpPr>
        <p:spPr/>
        <p:txBody>
          <a:bodyPr anchor="ctr">
            <a:normAutofit/>
          </a:bodyPr>
          <a:lstStyle/>
          <a:p>
            <a:pPr marL="0" indent="0">
              <a:lnSpc>
                <a:spcPct val="90000"/>
              </a:lnSpc>
              <a:buNone/>
            </a:pPr>
            <a:r>
              <a:rPr lang="en-US" b="1" u="sng" dirty="0"/>
              <a:t>Evaluation Metrics</a:t>
            </a:r>
            <a:endParaRPr lang="en-US" u="sng" dirty="0"/>
          </a:p>
          <a:p>
            <a:pPr marL="320040" lvl="1" indent="0">
              <a:lnSpc>
                <a:spcPct val="90000"/>
              </a:lnSpc>
              <a:buNone/>
            </a:pPr>
            <a:r>
              <a:rPr lang="en-US" dirty="0"/>
              <a:t>PSNR: image quality </a:t>
            </a:r>
            <a:br>
              <a:rPr lang="en-US" dirty="0"/>
            </a:br>
            <a:r>
              <a:rPr lang="en-US" dirty="0"/>
              <a:t>(higher = less distortion)</a:t>
            </a:r>
          </a:p>
          <a:p>
            <a:pPr marL="320040" lvl="1" indent="0">
              <a:lnSpc>
                <a:spcPct val="90000"/>
              </a:lnSpc>
              <a:buNone/>
            </a:pPr>
            <a:r>
              <a:rPr lang="en-US" dirty="0"/>
              <a:t>BER: bit error rate of decoded payload (lower = better)</a:t>
            </a:r>
          </a:p>
          <a:p>
            <a:pPr marL="320040" lvl="1" indent="0">
              <a:lnSpc>
                <a:spcPct val="90000"/>
              </a:lnSpc>
              <a:buNone/>
            </a:pPr>
            <a:r>
              <a:rPr lang="en-US" dirty="0"/>
              <a:t>Robustness: watermark survives compression, noise, crop</a:t>
            </a:r>
            <a:endParaRPr lang="en-US" sz="2000" dirty="0"/>
          </a:p>
          <a:p>
            <a:pPr marL="0" indent="0">
              <a:lnSpc>
                <a:spcPct val="90000"/>
              </a:lnSpc>
              <a:buNone/>
            </a:pPr>
            <a:r>
              <a:rPr lang="en-US" b="1" u="sng" dirty="0"/>
              <a:t>Why Frequency Domain?</a:t>
            </a:r>
          </a:p>
          <a:p>
            <a:pPr marL="320040" lvl="1" indent="0">
              <a:lnSpc>
                <a:spcPct val="90000"/>
              </a:lnSpc>
              <a:buNone/>
            </a:pPr>
            <a:r>
              <a:rPr lang="en-US" dirty="0"/>
              <a:t>Human eye is less sensitive to mid-frequency changes</a:t>
            </a:r>
          </a:p>
          <a:p>
            <a:pPr marL="320040" lvl="1" indent="0">
              <a:lnSpc>
                <a:spcPct val="90000"/>
              </a:lnSpc>
              <a:buNone/>
            </a:pPr>
            <a:r>
              <a:rPr lang="en-US" dirty="0"/>
              <a:t>More robust against JPEG compression and noise</a:t>
            </a:r>
          </a:p>
        </p:txBody>
      </p:sp>
    </p:spTree>
    <p:extLst>
      <p:ext uri="{BB962C8B-B14F-4D97-AF65-F5344CB8AC3E}">
        <p14:creationId xmlns:p14="http://schemas.microsoft.com/office/powerpoint/2010/main" val="21388158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92A95F-16A8-034A-DAD4-33D49A069549}"/>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64406105-2244-743D-E273-F809CFFF5E7C}"/>
              </a:ext>
            </a:extLst>
          </p:cNvPr>
          <p:cNvSpPr>
            <a:spLocks noGrp="1"/>
          </p:cNvSpPr>
          <p:nvPr>
            <p:ph type="title"/>
          </p:nvPr>
        </p:nvSpPr>
        <p:spPr/>
        <p:txBody>
          <a:bodyPr/>
          <a:lstStyle/>
          <a:p>
            <a:r>
              <a:rPr lang="en-US" sz="3200" dirty="0"/>
              <a:t>DWT-DCT: Classical Frequency-Domain Watermarking</a:t>
            </a:r>
          </a:p>
        </p:txBody>
      </p:sp>
      <p:sp>
        <p:nvSpPr>
          <p:cNvPr id="3" name="Content Placeholder 2">
            <a:extLst>
              <a:ext uri="{FF2B5EF4-FFF2-40B4-BE49-F238E27FC236}">
                <a16:creationId xmlns:a16="http://schemas.microsoft.com/office/drawing/2014/main" id="{BC9B93E8-DFCF-450D-A580-DFEE3A88EFEA}"/>
              </a:ext>
            </a:extLst>
          </p:cNvPr>
          <p:cNvSpPr>
            <a:spLocks noGrp="1"/>
          </p:cNvSpPr>
          <p:nvPr>
            <p:ph sz="half" idx="1"/>
          </p:nvPr>
        </p:nvSpPr>
        <p:spPr/>
        <p:txBody>
          <a:bodyPr anchor="ctr">
            <a:normAutofit/>
          </a:bodyPr>
          <a:lstStyle/>
          <a:p>
            <a:pPr marL="0" indent="0">
              <a:lnSpc>
                <a:spcPct val="90000"/>
              </a:lnSpc>
              <a:buNone/>
            </a:pPr>
            <a:r>
              <a:rPr lang="en-US" b="1" u="sng" dirty="0"/>
              <a:t>Two-Stage Transform</a:t>
            </a:r>
          </a:p>
          <a:p>
            <a:pPr marL="0" indent="0">
              <a:lnSpc>
                <a:spcPct val="90000"/>
              </a:lnSpc>
              <a:buNone/>
            </a:pPr>
            <a:r>
              <a:rPr lang="en-US" b="1" dirty="0"/>
              <a:t>Step 1: DWT decomposes image into </a:t>
            </a:r>
            <a:r>
              <a:rPr lang="en-US" b="1" dirty="0" err="1"/>
              <a:t>subbands</a:t>
            </a:r>
            <a:endParaRPr lang="en-US" b="1" dirty="0"/>
          </a:p>
          <a:p>
            <a:pPr marL="320040" lvl="1" indent="0">
              <a:lnSpc>
                <a:spcPct val="90000"/>
              </a:lnSpc>
              <a:buNone/>
            </a:pPr>
            <a:r>
              <a:rPr lang="en-US" sz="1800" dirty="0"/>
              <a:t>LL = smooth/low-</a:t>
            </a:r>
            <a:r>
              <a:rPr lang="en-US" sz="1800" dirty="0" err="1"/>
              <a:t>freq</a:t>
            </a:r>
            <a:r>
              <a:rPr lang="en-US" sz="1800" dirty="0"/>
              <a:t>, HH = edges/high-</a:t>
            </a:r>
            <a:r>
              <a:rPr lang="en-US" sz="1800" dirty="0" err="1"/>
              <a:t>freq</a:t>
            </a:r>
            <a:endParaRPr lang="en-US" sz="1800" dirty="0"/>
          </a:p>
          <a:p>
            <a:pPr marL="320040" lvl="1" indent="0">
              <a:lnSpc>
                <a:spcPct val="90000"/>
              </a:lnSpc>
              <a:buNone/>
            </a:pPr>
            <a:r>
              <a:rPr lang="en-US" sz="1800" dirty="0"/>
              <a:t>Embed in mid-</a:t>
            </a:r>
            <a:r>
              <a:rPr lang="en-US" sz="1800" dirty="0" err="1"/>
              <a:t>freq</a:t>
            </a:r>
            <a:r>
              <a:rPr lang="en-US" sz="1800" dirty="0"/>
              <a:t> </a:t>
            </a:r>
            <a:r>
              <a:rPr lang="en-US" sz="1800" dirty="0" err="1"/>
              <a:t>subbands</a:t>
            </a:r>
            <a:r>
              <a:rPr lang="en-US" sz="1800" dirty="0"/>
              <a:t> (LH or HL)</a:t>
            </a:r>
          </a:p>
          <a:p>
            <a:pPr marL="0" indent="0">
              <a:lnSpc>
                <a:spcPct val="90000"/>
              </a:lnSpc>
              <a:buNone/>
            </a:pPr>
            <a:r>
              <a:rPr lang="en-US" b="1" dirty="0"/>
              <a:t>Step 2: DCT applied to wavelet coefficients</a:t>
            </a:r>
          </a:p>
          <a:p>
            <a:pPr marL="320040" lvl="1" indent="0">
              <a:lnSpc>
                <a:spcPct val="90000"/>
              </a:lnSpc>
              <a:buNone/>
            </a:pPr>
            <a:r>
              <a:rPr lang="en-US" dirty="0"/>
              <a:t>Watermark bits modify mid-band DCT values</a:t>
            </a:r>
          </a:p>
          <a:p>
            <a:pPr marL="320040" lvl="1" indent="0">
              <a:lnSpc>
                <a:spcPct val="90000"/>
              </a:lnSpc>
              <a:buNone/>
            </a:pPr>
            <a:r>
              <a:rPr lang="en-US" dirty="0"/>
              <a:t>Embedding is deterministic (no training needed)</a:t>
            </a:r>
          </a:p>
        </p:txBody>
      </p:sp>
      <p:sp>
        <p:nvSpPr>
          <p:cNvPr id="4" name="Content Placeholder 3">
            <a:extLst>
              <a:ext uri="{FF2B5EF4-FFF2-40B4-BE49-F238E27FC236}">
                <a16:creationId xmlns:a16="http://schemas.microsoft.com/office/drawing/2014/main" id="{4B58B366-3CC4-259F-0F88-B9EE93170D79}"/>
              </a:ext>
            </a:extLst>
          </p:cNvPr>
          <p:cNvSpPr>
            <a:spLocks noGrp="1"/>
          </p:cNvSpPr>
          <p:nvPr>
            <p:ph sz="half" idx="2"/>
          </p:nvPr>
        </p:nvSpPr>
        <p:spPr/>
        <p:txBody>
          <a:bodyPr anchor="ctr">
            <a:normAutofit/>
          </a:bodyPr>
          <a:lstStyle/>
          <a:p>
            <a:pPr marL="0" indent="0">
              <a:lnSpc>
                <a:spcPct val="90000"/>
              </a:lnSpc>
              <a:buNone/>
            </a:pPr>
            <a:r>
              <a:rPr lang="en-US" b="1" u="sng" dirty="0"/>
              <a:t>Robustness vs. Capacity</a:t>
            </a:r>
          </a:p>
          <a:p>
            <a:pPr marL="320040" lvl="1" indent="0">
              <a:lnSpc>
                <a:spcPct val="90000"/>
              </a:lnSpc>
              <a:buNone/>
            </a:pPr>
            <a:r>
              <a:rPr lang="en-US" dirty="0"/>
              <a:t>Supports multi-byte payloads </a:t>
            </a:r>
          </a:p>
          <a:p>
            <a:pPr marL="320040" lvl="1" indent="0">
              <a:lnSpc>
                <a:spcPct val="90000"/>
              </a:lnSpc>
              <a:buNone/>
            </a:pPr>
            <a:r>
              <a:rPr lang="en-US" dirty="0"/>
              <a:t>(e.g., 10 chars = 80 bits)</a:t>
            </a:r>
          </a:p>
          <a:p>
            <a:pPr marL="320040" lvl="1" indent="0">
              <a:lnSpc>
                <a:spcPct val="90000"/>
              </a:lnSpc>
              <a:buNone/>
            </a:pPr>
            <a:r>
              <a:rPr lang="en-US" dirty="0"/>
              <a:t>Fast and reproducible</a:t>
            </a:r>
            <a:endParaRPr lang="en-US" sz="2000" dirty="0"/>
          </a:p>
          <a:p>
            <a:pPr marL="0" indent="0">
              <a:lnSpc>
                <a:spcPct val="90000"/>
              </a:lnSpc>
              <a:buNone/>
            </a:pPr>
            <a:r>
              <a:rPr lang="en-US" b="1" u="sng" dirty="0"/>
              <a:t>Attacks Tested in Project 1</a:t>
            </a:r>
          </a:p>
          <a:p>
            <a:pPr marL="320040" lvl="1" indent="0">
              <a:lnSpc>
                <a:spcPct val="90000"/>
              </a:lnSpc>
              <a:buNone/>
            </a:pPr>
            <a:r>
              <a:rPr lang="en-US" dirty="0"/>
              <a:t>JPEG compression </a:t>
            </a:r>
          </a:p>
          <a:p>
            <a:pPr marL="320040" lvl="1" indent="0">
              <a:lnSpc>
                <a:spcPct val="90000"/>
              </a:lnSpc>
              <a:buNone/>
            </a:pPr>
            <a:r>
              <a:rPr lang="en-US" dirty="0"/>
              <a:t>(quality = 40)</a:t>
            </a:r>
          </a:p>
          <a:p>
            <a:pPr marL="320040" lvl="1" indent="0">
              <a:lnSpc>
                <a:spcPct val="90000"/>
              </a:lnSpc>
              <a:buNone/>
            </a:pPr>
            <a:r>
              <a:rPr lang="en-US" dirty="0"/>
              <a:t>Additive Gaussian noise </a:t>
            </a:r>
          </a:p>
          <a:p>
            <a:pPr marL="320040" lvl="1" indent="0">
              <a:lnSpc>
                <a:spcPct val="90000"/>
              </a:lnSpc>
              <a:buNone/>
            </a:pPr>
            <a:r>
              <a:rPr lang="en-US" dirty="0"/>
              <a:t>(sigma = 25)</a:t>
            </a:r>
          </a:p>
          <a:p>
            <a:pPr marL="320040" lvl="1" indent="0">
              <a:lnSpc>
                <a:spcPct val="90000"/>
              </a:lnSpc>
              <a:buNone/>
            </a:pPr>
            <a:r>
              <a:rPr lang="en-US" dirty="0"/>
              <a:t>Center crop </a:t>
            </a:r>
          </a:p>
          <a:p>
            <a:pPr marL="320040" lvl="1" indent="0">
              <a:lnSpc>
                <a:spcPct val="90000"/>
              </a:lnSpc>
              <a:buNone/>
            </a:pPr>
            <a:r>
              <a:rPr lang="en-US" dirty="0"/>
              <a:t>(retaining 80% of image area)</a:t>
            </a:r>
          </a:p>
        </p:txBody>
      </p:sp>
    </p:spTree>
    <p:extLst>
      <p:ext uri="{BB962C8B-B14F-4D97-AF65-F5344CB8AC3E}">
        <p14:creationId xmlns:p14="http://schemas.microsoft.com/office/powerpoint/2010/main" val="4193147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532C0-38F8-BD97-3423-1C04DD9EC501}"/>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64ECE9DC-9639-3ED2-137F-C397AC56DC79}"/>
              </a:ext>
            </a:extLst>
          </p:cNvPr>
          <p:cNvSpPr>
            <a:spLocks noGrp="1"/>
          </p:cNvSpPr>
          <p:nvPr>
            <p:ph type="title"/>
          </p:nvPr>
        </p:nvSpPr>
        <p:spPr/>
        <p:txBody>
          <a:bodyPr/>
          <a:lstStyle/>
          <a:p>
            <a:r>
              <a:rPr lang="en-US" dirty="0" err="1"/>
              <a:t>RivaGAN</a:t>
            </a:r>
            <a:r>
              <a:rPr lang="en-US" dirty="0"/>
              <a:t>: Neural Network Watermarking</a:t>
            </a:r>
          </a:p>
        </p:txBody>
      </p:sp>
      <p:sp>
        <p:nvSpPr>
          <p:cNvPr id="3" name="Content Placeholder 2">
            <a:extLst>
              <a:ext uri="{FF2B5EF4-FFF2-40B4-BE49-F238E27FC236}">
                <a16:creationId xmlns:a16="http://schemas.microsoft.com/office/drawing/2014/main" id="{2AEEF729-848F-3F33-6F4F-BE5273743960}"/>
              </a:ext>
            </a:extLst>
          </p:cNvPr>
          <p:cNvSpPr>
            <a:spLocks noGrp="1"/>
          </p:cNvSpPr>
          <p:nvPr>
            <p:ph sz="half" idx="1"/>
          </p:nvPr>
        </p:nvSpPr>
        <p:spPr/>
        <p:txBody>
          <a:bodyPr anchor="ctr">
            <a:normAutofit/>
          </a:bodyPr>
          <a:lstStyle/>
          <a:p>
            <a:pPr marL="0" indent="0">
              <a:lnSpc>
                <a:spcPct val="90000"/>
              </a:lnSpc>
              <a:buNone/>
            </a:pPr>
            <a:r>
              <a:rPr lang="en-US" b="1" u="sng" dirty="0"/>
              <a:t>Architecture</a:t>
            </a:r>
            <a:endParaRPr lang="en-US" u="sng" dirty="0"/>
          </a:p>
          <a:p>
            <a:pPr marL="320040" lvl="1" indent="0">
              <a:lnSpc>
                <a:spcPct val="90000"/>
              </a:lnSpc>
              <a:buNone/>
            </a:pPr>
            <a:r>
              <a:rPr lang="en-US" dirty="0"/>
              <a:t>Encoder CNN: embeds 32-bit payload into image</a:t>
            </a:r>
          </a:p>
          <a:p>
            <a:pPr marL="320040" lvl="1" indent="0">
              <a:lnSpc>
                <a:spcPct val="90000"/>
              </a:lnSpc>
              <a:buNone/>
            </a:pPr>
            <a:r>
              <a:rPr lang="en-US" dirty="0"/>
              <a:t>Decoder CNN: recovers payload from watermarked image</a:t>
            </a:r>
          </a:p>
          <a:p>
            <a:pPr marL="320040" lvl="1" indent="0">
              <a:lnSpc>
                <a:spcPct val="90000"/>
              </a:lnSpc>
              <a:buNone/>
            </a:pPr>
            <a:r>
              <a:rPr lang="en-US" dirty="0"/>
              <a:t>Both networks trained end-to-end for robustness</a:t>
            </a:r>
            <a:endParaRPr lang="en-US" sz="2000" dirty="0"/>
          </a:p>
          <a:p>
            <a:pPr marL="0" indent="0">
              <a:lnSpc>
                <a:spcPct val="90000"/>
              </a:lnSpc>
              <a:buNone/>
            </a:pPr>
            <a:r>
              <a:rPr lang="en-US" b="1" u="sng" dirty="0"/>
              <a:t>Advantages over DWT-DCT</a:t>
            </a:r>
          </a:p>
          <a:p>
            <a:pPr marL="320040" lvl="1" indent="0">
              <a:lnSpc>
                <a:spcPct val="90000"/>
              </a:lnSpc>
              <a:buNone/>
            </a:pPr>
            <a:r>
              <a:rPr lang="en-US" dirty="0"/>
              <a:t>Learns optimal embedding from training data</a:t>
            </a:r>
          </a:p>
          <a:p>
            <a:pPr marL="320040" lvl="1" indent="0">
              <a:lnSpc>
                <a:spcPct val="90000"/>
              </a:lnSpc>
              <a:buNone/>
            </a:pPr>
            <a:r>
              <a:rPr lang="en-US" dirty="0"/>
              <a:t>Better generalization to unseen distortions</a:t>
            </a:r>
          </a:p>
        </p:txBody>
      </p:sp>
      <p:sp>
        <p:nvSpPr>
          <p:cNvPr id="4" name="Content Placeholder 3">
            <a:extLst>
              <a:ext uri="{FF2B5EF4-FFF2-40B4-BE49-F238E27FC236}">
                <a16:creationId xmlns:a16="http://schemas.microsoft.com/office/drawing/2014/main" id="{B817E1C6-32FB-8819-D940-149643A3BD4C}"/>
              </a:ext>
            </a:extLst>
          </p:cNvPr>
          <p:cNvSpPr>
            <a:spLocks noGrp="1"/>
          </p:cNvSpPr>
          <p:nvPr>
            <p:ph sz="half" idx="2"/>
          </p:nvPr>
        </p:nvSpPr>
        <p:spPr/>
        <p:txBody>
          <a:bodyPr anchor="ctr">
            <a:normAutofit/>
          </a:bodyPr>
          <a:lstStyle/>
          <a:p>
            <a:pPr marL="0" indent="0">
              <a:lnSpc>
                <a:spcPct val="90000"/>
              </a:lnSpc>
              <a:buNone/>
            </a:pPr>
            <a:r>
              <a:rPr lang="en-US" b="1" u="sng" dirty="0"/>
              <a:t>In This Workshop</a:t>
            </a:r>
          </a:p>
          <a:p>
            <a:pPr marL="320040" lvl="1" indent="0">
              <a:lnSpc>
                <a:spcPct val="90000"/>
              </a:lnSpc>
              <a:buNone/>
            </a:pPr>
            <a:r>
              <a:rPr lang="en-US" dirty="0"/>
              <a:t>Pre-trained model: 32-bit payload (4 ASCII chars)</a:t>
            </a:r>
          </a:p>
          <a:p>
            <a:pPr marL="320040" lvl="1" indent="0">
              <a:lnSpc>
                <a:spcPct val="90000"/>
              </a:lnSpc>
              <a:buNone/>
            </a:pPr>
            <a:r>
              <a:rPr lang="en-US" dirty="0"/>
              <a:t>Load with: </a:t>
            </a:r>
            <a:r>
              <a:rPr lang="en-US" dirty="0" err="1"/>
              <a:t>WatermarkEncoder.loadModel</a:t>
            </a:r>
            <a:r>
              <a:rPr lang="en-US" dirty="0"/>
              <a:t>()</a:t>
            </a:r>
            <a:endParaRPr lang="en-US" sz="2000" dirty="0"/>
          </a:p>
          <a:p>
            <a:pPr marL="0" indent="0">
              <a:lnSpc>
                <a:spcPct val="90000"/>
              </a:lnSpc>
              <a:buNone/>
            </a:pPr>
            <a:r>
              <a:rPr lang="en-US" b="1" u="sng" dirty="0"/>
              <a:t>What You Will Compare</a:t>
            </a:r>
          </a:p>
          <a:p>
            <a:pPr marL="320040" lvl="1" indent="0">
              <a:lnSpc>
                <a:spcPct val="90000"/>
              </a:lnSpc>
              <a:buNone/>
            </a:pPr>
            <a:r>
              <a:rPr lang="en-US" dirty="0"/>
              <a:t>Run both methods on identical input images</a:t>
            </a:r>
          </a:p>
          <a:p>
            <a:pPr marL="320040" lvl="1" indent="0">
              <a:lnSpc>
                <a:spcPct val="90000"/>
              </a:lnSpc>
              <a:buNone/>
            </a:pPr>
            <a:r>
              <a:rPr lang="en-US" dirty="0"/>
              <a:t>Apply same attacks to both watermarked outputs</a:t>
            </a:r>
          </a:p>
          <a:p>
            <a:pPr marL="320040" lvl="1" indent="0">
              <a:lnSpc>
                <a:spcPct val="90000"/>
              </a:lnSpc>
              <a:buNone/>
            </a:pPr>
            <a:r>
              <a:rPr lang="en-US" dirty="0"/>
              <a:t>Compare BER and robustness side by side in plots</a:t>
            </a:r>
          </a:p>
        </p:txBody>
      </p:sp>
    </p:spTree>
    <p:extLst>
      <p:ext uri="{BB962C8B-B14F-4D97-AF65-F5344CB8AC3E}">
        <p14:creationId xmlns:p14="http://schemas.microsoft.com/office/powerpoint/2010/main" val="15820462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E1A9902-B0CD-53D1-208D-EAF342E444AC}"/>
              </a:ext>
            </a:extLst>
          </p:cNvPr>
          <p:cNvSpPr/>
          <p:nvPr/>
        </p:nvSpPr>
        <p:spPr bwMode="auto">
          <a:xfrm>
            <a:off x="0" y="0"/>
            <a:ext cx="12192000" cy="6858000"/>
          </a:xfrm>
          <a:prstGeom prst="rect">
            <a:avLst/>
          </a:prstGeom>
          <a:solidFill>
            <a:schemeClr val="accent2"/>
          </a:solidFill>
          <a:ln w="12700" cap="sq" algn="ctr">
            <a:noFill/>
            <a:miter lim="800000"/>
            <a:headEnd/>
            <a:tailEnd/>
          </a:ln>
          <a:effectLst/>
        </p:spPr>
        <p:txBody>
          <a:bodyPr wrap="none" rtlCol="0" anchor="ctr"/>
          <a:lstStyle/>
          <a:p>
            <a:pPr algn="ctr"/>
            <a:endParaRPr lang="en-US" sz="1600" dirty="0">
              <a:solidFill>
                <a:schemeClr val="bg1"/>
              </a:solidFill>
              <a:latin typeface="+mn-lt"/>
            </a:endParaRPr>
          </a:p>
        </p:txBody>
      </p:sp>
      <p:sp>
        <p:nvSpPr>
          <p:cNvPr id="24" name="Rectangle 23">
            <a:extLst>
              <a:ext uri="{FF2B5EF4-FFF2-40B4-BE49-F238E27FC236}">
                <a16:creationId xmlns:a16="http://schemas.microsoft.com/office/drawing/2014/main" id="{5C8B12A4-53A8-3F0B-FC03-7B4F892FFC41}"/>
              </a:ext>
            </a:extLst>
          </p:cNvPr>
          <p:cNvSpPr/>
          <p:nvPr/>
        </p:nvSpPr>
        <p:spPr>
          <a:xfrm>
            <a:off x="-1" y="556867"/>
            <a:ext cx="5456255" cy="1753196"/>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FD27116-4025-D448-079D-CBCF3782338A}"/>
              </a:ext>
            </a:extLst>
          </p:cNvPr>
          <p:cNvSpPr/>
          <p:nvPr/>
        </p:nvSpPr>
        <p:spPr>
          <a:xfrm>
            <a:off x="8921539" y="5132136"/>
            <a:ext cx="3270461" cy="1184094"/>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F6AAF1CE-CCFF-0E9D-12DA-D21B6ED2527F}"/>
              </a:ext>
            </a:extLst>
          </p:cNvPr>
          <p:cNvSpPr txBox="1"/>
          <p:nvPr/>
        </p:nvSpPr>
        <p:spPr>
          <a:xfrm>
            <a:off x="290104" y="756356"/>
            <a:ext cx="4876044" cy="1354217"/>
          </a:xfrm>
          <a:prstGeom prst="rect">
            <a:avLst/>
          </a:prstGeom>
          <a:noFill/>
        </p:spPr>
        <p:txBody>
          <a:bodyPr wrap="square" lIns="91440" tIns="45720" rIns="91440" bIns="45720" anchor="t">
            <a:spAutoFit/>
          </a:bodyPr>
          <a:lstStyle/>
          <a:p>
            <a:r>
              <a:rPr lang="en-US" sz="5000" b="1" spc="-50" dirty="0">
                <a:solidFill>
                  <a:srgbClr val="AB162B"/>
                </a:solidFill>
                <a:latin typeface="Arial"/>
                <a:cs typeface="Arial"/>
              </a:rPr>
              <a:t>Project 2</a:t>
            </a:r>
            <a:br>
              <a:rPr lang="en-US" sz="5000" b="1" dirty="0">
                <a:solidFill>
                  <a:srgbClr val="AB162B"/>
                </a:solidFill>
                <a:latin typeface="Arial" panose="020B0604020202020204" pitchFamily="34" charset="0"/>
                <a:cs typeface="Arial" panose="020B0604020202020204" pitchFamily="34" charset="0"/>
              </a:rPr>
            </a:br>
            <a:r>
              <a:rPr lang="en-US" sz="3200" b="1" dirty="0">
                <a:solidFill>
                  <a:srgbClr val="AB162B"/>
                </a:solidFill>
                <a:latin typeface="Arial"/>
                <a:cs typeface="Arial"/>
              </a:rPr>
              <a:t>LLM Text Watermarking</a:t>
            </a:r>
            <a:endParaRPr lang="en-US" sz="3200" dirty="0">
              <a:solidFill>
                <a:srgbClr val="AB162B"/>
              </a:solidFill>
              <a:latin typeface="Arial"/>
              <a:cs typeface="Arial"/>
            </a:endParaRPr>
          </a:p>
        </p:txBody>
      </p:sp>
      <p:sp>
        <p:nvSpPr>
          <p:cNvPr id="19" name="TextBox 18">
            <a:extLst>
              <a:ext uri="{FF2B5EF4-FFF2-40B4-BE49-F238E27FC236}">
                <a16:creationId xmlns:a16="http://schemas.microsoft.com/office/drawing/2014/main" id="{EB595248-650B-493B-1268-F2BDE9E231A4}"/>
              </a:ext>
            </a:extLst>
          </p:cNvPr>
          <p:cNvSpPr txBox="1"/>
          <p:nvPr/>
        </p:nvSpPr>
        <p:spPr>
          <a:xfrm>
            <a:off x="-250521" y="4872625"/>
            <a:ext cx="0" cy="0"/>
          </a:xfrm>
          <a:prstGeom prst="rect">
            <a:avLst/>
          </a:prstGeom>
          <a:noFill/>
        </p:spPr>
        <p:txBody>
          <a:bodyPr wrap="none" rtlCol="0">
            <a:noAutofit/>
          </a:bodyPr>
          <a:lstStyle/>
          <a:p>
            <a:pPr algn="ctr"/>
            <a:endParaRPr lang="en-US" sz="1600" err="1"/>
          </a:p>
        </p:txBody>
      </p:sp>
      <p:sp>
        <p:nvSpPr>
          <p:cNvPr id="20" name="TextBox 19">
            <a:extLst>
              <a:ext uri="{FF2B5EF4-FFF2-40B4-BE49-F238E27FC236}">
                <a16:creationId xmlns:a16="http://schemas.microsoft.com/office/drawing/2014/main" id="{28B01498-B0E6-B31A-1147-7EB1A245ACB8}"/>
              </a:ext>
            </a:extLst>
          </p:cNvPr>
          <p:cNvSpPr txBox="1"/>
          <p:nvPr/>
        </p:nvSpPr>
        <p:spPr>
          <a:xfrm>
            <a:off x="-125260" y="2718148"/>
            <a:ext cx="0" cy="0"/>
          </a:xfrm>
          <a:prstGeom prst="rect">
            <a:avLst/>
          </a:prstGeom>
          <a:noFill/>
        </p:spPr>
        <p:txBody>
          <a:bodyPr wrap="none" rtlCol="0">
            <a:noAutofit/>
          </a:bodyPr>
          <a:lstStyle/>
          <a:p>
            <a:pPr algn="ctr"/>
            <a:endParaRPr lang="en-US" sz="1600" err="1"/>
          </a:p>
        </p:txBody>
      </p:sp>
      <p:sp>
        <p:nvSpPr>
          <p:cNvPr id="21" name="TextBox 20">
            <a:extLst>
              <a:ext uri="{FF2B5EF4-FFF2-40B4-BE49-F238E27FC236}">
                <a16:creationId xmlns:a16="http://schemas.microsoft.com/office/drawing/2014/main" id="{48D45212-A7C8-0F66-8A67-C21BA778AE77}"/>
              </a:ext>
            </a:extLst>
          </p:cNvPr>
          <p:cNvSpPr txBox="1"/>
          <p:nvPr/>
        </p:nvSpPr>
        <p:spPr>
          <a:xfrm>
            <a:off x="6465455" y="-221673"/>
            <a:ext cx="0" cy="0"/>
          </a:xfrm>
          <a:prstGeom prst="rect">
            <a:avLst/>
          </a:prstGeom>
          <a:noFill/>
        </p:spPr>
        <p:txBody>
          <a:bodyPr wrap="none" rtlCol="0">
            <a:noAutofit/>
          </a:bodyPr>
          <a:lstStyle/>
          <a:p>
            <a:pPr algn="ctr"/>
            <a:endParaRPr lang="en-US" sz="1600" err="1"/>
          </a:p>
        </p:txBody>
      </p:sp>
      <p:pic>
        <p:nvPicPr>
          <p:cNvPr id="7" name="Picture 6" descr="A red letter w on a black background&#10;&#10;Description automatically generated">
            <a:extLst>
              <a:ext uri="{FF2B5EF4-FFF2-40B4-BE49-F238E27FC236}">
                <a16:creationId xmlns:a16="http://schemas.microsoft.com/office/drawing/2014/main" id="{73C587A2-71B9-3B8E-3FD6-BA6C71939C1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435700" y="5370126"/>
            <a:ext cx="2177592" cy="704088"/>
          </a:xfrm>
          <a:prstGeom prst="rect">
            <a:avLst/>
          </a:prstGeom>
        </p:spPr>
      </p:pic>
    </p:spTree>
    <p:extLst>
      <p:ext uri="{BB962C8B-B14F-4D97-AF65-F5344CB8AC3E}">
        <p14:creationId xmlns:p14="http://schemas.microsoft.com/office/powerpoint/2010/main" val="7433543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3F7A7A-7DCB-8FBF-F3F5-EDF60AD434CF}"/>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B6523B1-9741-BB3B-C056-8F0703F10B13}"/>
              </a:ext>
            </a:extLst>
          </p:cNvPr>
          <p:cNvSpPr>
            <a:spLocks noGrp="1"/>
          </p:cNvSpPr>
          <p:nvPr>
            <p:ph type="title"/>
          </p:nvPr>
        </p:nvSpPr>
        <p:spPr/>
        <p:txBody>
          <a:bodyPr/>
          <a:lstStyle/>
          <a:p>
            <a:r>
              <a:rPr lang="en-US" dirty="0"/>
              <a:t>LLM Watermarking: The KGW Algorithm</a:t>
            </a:r>
          </a:p>
        </p:txBody>
      </p:sp>
      <p:sp>
        <p:nvSpPr>
          <p:cNvPr id="3" name="Content Placeholder 2">
            <a:extLst>
              <a:ext uri="{FF2B5EF4-FFF2-40B4-BE49-F238E27FC236}">
                <a16:creationId xmlns:a16="http://schemas.microsoft.com/office/drawing/2014/main" id="{3B5C65E1-9E3E-A7DB-D9DD-133E9F9EAA6B}"/>
              </a:ext>
            </a:extLst>
          </p:cNvPr>
          <p:cNvSpPr>
            <a:spLocks noGrp="1"/>
          </p:cNvSpPr>
          <p:nvPr>
            <p:ph sz="half" idx="1"/>
          </p:nvPr>
        </p:nvSpPr>
        <p:spPr/>
        <p:txBody>
          <a:bodyPr anchor="ctr">
            <a:normAutofit/>
          </a:bodyPr>
          <a:lstStyle/>
          <a:p>
            <a:pPr marL="0" indent="0">
              <a:lnSpc>
                <a:spcPct val="90000"/>
              </a:lnSpc>
              <a:buNone/>
            </a:pPr>
            <a:r>
              <a:rPr lang="en-US" b="1" u="sng" dirty="0"/>
              <a:t>Motivation</a:t>
            </a:r>
            <a:r>
              <a:rPr lang="en-US" b="1" dirty="0"/>
              <a:t> </a:t>
            </a:r>
          </a:p>
          <a:p>
            <a:pPr marL="320040" lvl="1" indent="0">
              <a:lnSpc>
                <a:spcPct val="90000"/>
              </a:lnSpc>
              <a:buNone/>
            </a:pPr>
            <a:r>
              <a:rPr lang="en-US" dirty="0"/>
              <a:t>How do we prove text was generated by an LLM?</a:t>
            </a:r>
          </a:p>
          <a:p>
            <a:pPr marL="320040" lvl="1" indent="0">
              <a:lnSpc>
                <a:spcPct val="90000"/>
              </a:lnSpc>
              <a:buNone/>
            </a:pPr>
            <a:r>
              <a:rPr lang="en-US" dirty="0"/>
              <a:t>Useful for AI content detection and attribution</a:t>
            </a:r>
          </a:p>
          <a:p>
            <a:pPr marL="320040" lvl="1" indent="0">
              <a:lnSpc>
                <a:spcPct val="90000"/>
              </a:lnSpc>
              <a:buNone/>
            </a:pPr>
            <a:r>
              <a:rPr lang="en-US" dirty="0"/>
              <a:t>Core Idea: </a:t>
            </a:r>
            <a:r>
              <a:rPr lang="en-US" dirty="0" err="1"/>
              <a:t>Greenlist</a:t>
            </a:r>
            <a:r>
              <a:rPr lang="en-US" dirty="0"/>
              <a:t> Bias</a:t>
            </a:r>
          </a:p>
          <a:p>
            <a:pPr marL="0" indent="0">
              <a:lnSpc>
                <a:spcPct val="90000"/>
              </a:lnSpc>
              <a:buNone/>
            </a:pPr>
            <a:r>
              <a:rPr lang="en-US" b="1" u="sng" dirty="0"/>
              <a:t>Before sampling each token, partition vocabulary:</a:t>
            </a:r>
          </a:p>
          <a:p>
            <a:pPr marL="320040" lvl="1" indent="0">
              <a:lnSpc>
                <a:spcPct val="90000"/>
              </a:lnSpc>
              <a:buNone/>
            </a:pPr>
            <a:r>
              <a:rPr lang="en-US" dirty="0" err="1"/>
              <a:t>Greenlist</a:t>
            </a:r>
            <a:r>
              <a:rPr lang="en-US" dirty="0"/>
              <a:t> (~25%): receive a logit boost (delta)</a:t>
            </a:r>
          </a:p>
          <a:p>
            <a:pPr marL="320040" lvl="1" indent="0">
              <a:lnSpc>
                <a:spcPct val="90000"/>
              </a:lnSpc>
              <a:buNone/>
            </a:pPr>
            <a:r>
              <a:rPr lang="en-US" dirty="0" err="1"/>
              <a:t>Redlist</a:t>
            </a:r>
            <a:r>
              <a:rPr lang="en-US" dirty="0"/>
              <a:t> (rest): no boost applied</a:t>
            </a:r>
          </a:p>
          <a:p>
            <a:pPr marL="320040" lvl="1" indent="0">
              <a:lnSpc>
                <a:spcPct val="90000"/>
              </a:lnSpc>
              <a:buNone/>
            </a:pPr>
            <a:r>
              <a:rPr lang="en-US" dirty="0"/>
              <a:t>Watermarked text over-represents </a:t>
            </a:r>
            <a:r>
              <a:rPr lang="en-US" dirty="0" err="1"/>
              <a:t>greenlist</a:t>
            </a:r>
            <a:r>
              <a:rPr lang="en-US" dirty="0"/>
              <a:t> tokens</a:t>
            </a:r>
          </a:p>
        </p:txBody>
      </p:sp>
      <p:sp>
        <p:nvSpPr>
          <p:cNvPr id="4" name="Content Placeholder 3">
            <a:extLst>
              <a:ext uri="{FF2B5EF4-FFF2-40B4-BE49-F238E27FC236}">
                <a16:creationId xmlns:a16="http://schemas.microsoft.com/office/drawing/2014/main" id="{8D799BB5-8737-4773-7EB9-D41578E7B875}"/>
              </a:ext>
            </a:extLst>
          </p:cNvPr>
          <p:cNvSpPr>
            <a:spLocks noGrp="1"/>
          </p:cNvSpPr>
          <p:nvPr>
            <p:ph sz="half" idx="2"/>
          </p:nvPr>
        </p:nvSpPr>
        <p:spPr/>
        <p:txBody>
          <a:bodyPr anchor="ctr">
            <a:normAutofit/>
          </a:bodyPr>
          <a:lstStyle/>
          <a:p>
            <a:pPr marL="0" indent="0">
              <a:lnSpc>
                <a:spcPct val="90000"/>
              </a:lnSpc>
              <a:buNone/>
            </a:pPr>
            <a:r>
              <a:rPr lang="en-US" b="1" dirty="0"/>
              <a:t>Parameters</a:t>
            </a:r>
          </a:p>
          <a:p>
            <a:pPr marL="320040" lvl="1" indent="0">
              <a:lnSpc>
                <a:spcPct val="90000"/>
              </a:lnSpc>
              <a:buNone/>
            </a:pPr>
            <a:r>
              <a:rPr lang="en-US" dirty="0"/>
              <a:t>gamma (</a:t>
            </a:r>
            <a:r>
              <a:rPr lang="en-US" dirty="0" err="1"/>
              <a:t>greenlist_ratio</a:t>
            </a:r>
            <a:r>
              <a:rPr lang="en-US" dirty="0"/>
              <a:t>): e.g., 0.25</a:t>
            </a:r>
          </a:p>
          <a:p>
            <a:pPr marL="320040" lvl="1" indent="0">
              <a:lnSpc>
                <a:spcPct val="90000"/>
              </a:lnSpc>
              <a:buNone/>
            </a:pPr>
            <a:r>
              <a:rPr lang="en-US" dirty="0"/>
              <a:t>delta (bias): logit boost for </a:t>
            </a:r>
            <a:r>
              <a:rPr lang="en-US" dirty="0" err="1"/>
              <a:t>greenlist</a:t>
            </a:r>
            <a:r>
              <a:rPr lang="en-US" dirty="0"/>
              <a:t> tokens, e.g., 2.0</a:t>
            </a:r>
          </a:p>
          <a:p>
            <a:pPr marL="320040" lvl="1" indent="0">
              <a:lnSpc>
                <a:spcPct val="90000"/>
              </a:lnSpc>
              <a:buNone/>
            </a:pPr>
            <a:r>
              <a:rPr lang="en-US" dirty="0" err="1"/>
              <a:t>seeding_scheme</a:t>
            </a:r>
            <a:r>
              <a:rPr lang="en-US" dirty="0"/>
              <a:t>: how </a:t>
            </a:r>
            <a:r>
              <a:rPr lang="en-US" dirty="0" err="1"/>
              <a:t>greenlist</a:t>
            </a:r>
            <a:r>
              <a:rPr lang="en-US" dirty="0"/>
              <a:t> is derived per token position</a:t>
            </a:r>
            <a:endParaRPr lang="en-US" sz="2000" dirty="0"/>
          </a:p>
          <a:p>
            <a:pPr marL="0" indent="0">
              <a:lnSpc>
                <a:spcPct val="90000"/>
              </a:lnSpc>
              <a:buNone/>
            </a:pPr>
            <a:r>
              <a:rPr lang="en-US" b="1" u="sng" dirty="0"/>
              <a:t>Detection (No Model Weights Needed)</a:t>
            </a:r>
          </a:p>
          <a:p>
            <a:pPr marL="320040" lvl="1" indent="0">
              <a:lnSpc>
                <a:spcPct val="90000"/>
              </a:lnSpc>
              <a:buNone/>
            </a:pPr>
            <a:r>
              <a:rPr lang="en-US" dirty="0"/>
              <a:t>Reproduce </a:t>
            </a:r>
            <a:r>
              <a:rPr lang="en-US" dirty="0" err="1"/>
              <a:t>greenlist</a:t>
            </a:r>
            <a:r>
              <a:rPr lang="en-US" dirty="0"/>
              <a:t> from seeding scheme</a:t>
            </a:r>
          </a:p>
          <a:p>
            <a:pPr marL="320040" lvl="1" indent="0">
              <a:lnSpc>
                <a:spcPct val="90000"/>
              </a:lnSpc>
              <a:buNone/>
            </a:pPr>
            <a:r>
              <a:rPr lang="en-US" dirty="0"/>
              <a:t>Count fraction of </a:t>
            </a:r>
            <a:r>
              <a:rPr lang="en-US" dirty="0" err="1"/>
              <a:t>greenlist</a:t>
            </a:r>
            <a:r>
              <a:rPr lang="en-US" dirty="0"/>
              <a:t> tokens in text</a:t>
            </a:r>
          </a:p>
          <a:p>
            <a:pPr marL="320040" lvl="1" indent="0">
              <a:lnSpc>
                <a:spcPct val="90000"/>
              </a:lnSpc>
              <a:buNone/>
            </a:pPr>
            <a:r>
              <a:rPr lang="en-US" dirty="0"/>
              <a:t>Z-score quantifies strength of watermark evidence</a:t>
            </a:r>
          </a:p>
        </p:txBody>
      </p:sp>
    </p:spTree>
    <p:extLst>
      <p:ext uri="{BB962C8B-B14F-4D97-AF65-F5344CB8AC3E}">
        <p14:creationId xmlns:p14="http://schemas.microsoft.com/office/powerpoint/2010/main" val="10755619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D7C52F-E9F2-8E9D-D486-68C847E9A53A}"/>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58BF90E3-F62E-6147-23CA-CE905D88238F}"/>
              </a:ext>
            </a:extLst>
          </p:cNvPr>
          <p:cNvSpPr>
            <a:spLocks noGrp="1"/>
          </p:cNvSpPr>
          <p:nvPr>
            <p:ph type="title"/>
          </p:nvPr>
        </p:nvSpPr>
        <p:spPr/>
        <p:txBody>
          <a:bodyPr/>
          <a:lstStyle/>
          <a:p>
            <a:r>
              <a:rPr lang="en-US" dirty="0"/>
              <a:t>Paraphrase Attack on LLM Watermarks</a:t>
            </a:r>
          </a:p>
        </p:txBody>
      </p:sp>
      <p:sp>
        <p:nvSpPr>
          <p:cNvPr id="3" name="Content Placeholder 2">
            <a:extLst>
              <a:ext uri="{FF2B5EF4-FFF2-40B4-BE49-F238E27FC236}">
                <a16:creationId xmlns:a16="http://schemas.microsoft.com/office/drawing/2014/main" id="{12E05EC5-A71D-F3B1-3AA3-D72D46CAEB18}"/>
              </a:ext>
            </a:extLst>
          </p:cNvPr>
          <p:cNvSpPr>
            <a:spLocks noGrp="1"/>
          </p:cNvSpPr>
          <p:nvPr>
            <p:ph sz="half" idx="1"/>
          </p:nvPr>
        </p:nvSpPr>
        <p:spPr/>
        <p:txBody>
          <a:bodyPr anchor="ctr">
            <a:normAutofit/>
          </a:bodyPr>
          <a:lstStyle/>
          <a:p>
            <a:pPr marL="0" indent="0">
              <a:lnSpc>
                <a:spcPct val="90000"/>
              </a:lnSpc>
              <a:buNone/>
            </a:pPr>
            <a:r>
              <a:rPr lang="en-US" b="1" u="sng" dirty="0"/>
              <a:t>Attack Goal</a:t>
            </a:r>
          </a:p>
          <a:p>
            <a:pPr marL="320040" lvl="1" indent="0">
              <a:lnSpc>
                <a:spcPct val="90000"/>
              </a:lnSpc>
              <a:buNone/>
            </a:pPr>
            <a:r>
              <a:rPr lang="en-US" dirty="0"/>
              <a:t>Preserve the semantic meaning of the watermarked text</a:t>
            </a:r>
          </a:p>
          <a:p>
            <a:pPr marL="320040" lvl="1" indent="0">
              <a:lnSpc>
                <a:spcPct val="90000"/>
              </a:lnSpc>
              <a:buNone/>
            </a:pPr>
            <a:r>
              <a:rPr lang="en-US" dirty="0"/>
              <a:t>Change surface wording to disrupt the statistical signal</a:t>
            </a:r>
            <a:endParaRPr lang="en-US" sz="2000" dirty="0"/>
          </a:p>
          <a:p>
            <a:pPr marL="0" indent="0">
              <a:lnSpc>
                <a:spcPct val="90000"/>
              </a:lnSpc>
              <a:buNone/>
            </a:pPr>
            <a:r>
              <a:rPr lang="en-US" b="1" u="sng" dirty="0"/>
              <a:t>Method</a:t>
            </a:r>
          </a:p>
          <a:p>
            <a:pPr marL="320040" lvl="1" indent="0">
              <a:lnSpc>
                <a:spcPct val="90000"/>
              </a:lnSpc>
              <a:buNone/>
            </a:pPr>
            <a:r>
              <a:rPr lang="en-US" dirty="0"/>
              <a:t>T5 paraphrase model rewrites watermarked text</a:t>
            </a:r>
          </a:p>
          <a:p>
            <a:pPr marL="320040" lvl="1" indent="0">
              <a:lnSpc>
                <a:spcPct val="90000"/>
              </a:lnSpc>
              <a:buNone/>
            </a:pPr>
            <a:r>
              <a:rPr lang="en-US" dirty="0"/>
              <a:t>Run multiple iterations; keep candidate with lowest Z-score</a:t>
            </a:r>
          </a:p>
          <a:p>
            <a:pPr marL="320040" lvl="1" indent="0">
              <a:lnSpc>
                <a:spcPct val="90000"/>
              </a:lnSpc>
              <a:buNone/>
            </a:pPr>
            <a:r>
              <a:rPr lang="en-US" dirty="0"/>
              <a:t>Evasion: Z-score falls below detection threshold</a:t>
            </a:r>
          </a:p>
        </p:txBody>
      </p:sp>
      <p:sp>
        <p:nvSpPr>
          <p:cNvPr id="4" name="Content Placeholder 3">
            <a:extLst>
              <a:ext uri="{FF2B5EF4-FFF2-40B4-BE49-F238E27FC236}">
                <a16:creationId xmlns:a16="http://schemas.microsoft.com/office/drawing/2014/main" id="{11CBBF87-58A9-5E68-900B-89A7DA25FEC0}"/>
              </a:ext>
            </a:extLst>
          </p:cNvPr>
          <p:cNvSpPr>
            <a:spLocks noGrp="1"/>
          </p:cNvSpPr>
          <p:nvPr>
            <p:ph sz="half" idx="2"/>
          </p:nvPr>
        </p:nvSpPr>
        <p:spPr/>
        <p:txBody>
          <a:bodyPr anchor="ctr">
            <a:normAutofit/>
          </a:bodyPr>
          <a:lstStyle/>
          <a:p>
            <a:pPr marL="0" indent="0">
              <a:lnSpc>
                <a:spcPct val="90000"/>
              </a:lnSpc>
              <a:buNone/>
            </a:pPr>
            <a:r>
              <a:rPr lang="en-US" b="1" dirty="0"/>
              <a:t>Results </a:t>
            </a:r>
          </a:p>
          <a:p>
            <a:pPr marL="320040" lvl="1" indent="0">
              <a:lnSpc>
                <a:spcPct val="90000"/>
              </a:lnSpc>
              <a:buNone/>
            </a:pPr>
            <a:r>
              <a:rPr lang="en-US" dirty="0"/>
              <a:t>Z-score before attack: high (watermark clearly detected)</a:t>
            </a:r>
          </a:p>
          <a:p>
            <a:pPr marL="320040" lvl="1" indent="0">
              <a:lnSpc>
                <a:spcPct val="90000"/>
              </a:lnSpc>
              <a:buNone/>
            </a:pPr>
            <a:r>
              <a:rPr lang="en-US" dirty="0"/>
              <a:t>Z-score after attack: typically drops significantly</a:t>
            </a:r>
            <a:endParaRPr lang="en-US" sz="2000" dirty="0"/>
          </a:p>
          <a:p>
            <a:pPr marL="0" indent="0">
              <a:lnSpc>
                <a:spcPct val="90000"/>
              </a:lnSpc>
              <a:buNone/>
            </a:pPr>
            <a:r>
              <a:rPr lang="en-US" b="1" u="sng" dirty="0"/>
              <a:t>Key Takeaways</a:t>
            </a:r>
          </a:p>
          <a:p>
            <a:pPr marL="320040" lvl="1" indent="0">
              <a:lnSpc>
                <a:spcPct val="90000"/>
              </a:lnSpc>
              <a:buNone/>
            </a:pPr>
            <a:r>
              <a:rPr lang="en-US" dirty="0"/>
              <a:t>Higher delta = stronger watermark but more text distortion</a:t>
            </a:r>
          </a:p>
          <a:p>
            <a:pPr marL="320040" lvl="1" indent="0">
              <a:lnSpc>
                <a:spcPct val="90000"/>
              </a:lnSpc>
              <a:buNone/>
            </a:pPr>
            <a:r>
              <a:rPr lang="en-US" dirty="0"/>
              <a:t>LLM watermarks are fragile to semantic rewriting</a:t>
            </a:r>
          </a:p>
          <a:p>
            <a:pPr marL="320040" lvl="1" indent="0">
              <a:lnSpc>
                <a:spcPct val="90000"/>
              </a:lnSpc>
              <a:buNone/>
            </a:pPr>
            <a:r>
              <a:rPr lang="en-US" dirty="0"/>
              <a:t>Open research: making watermarks paraphrase-robust</a:t>
            </a:r>
          </a:p>
        </p:txBody>
      </p:sp>
    </p:spTree>
    <p:extLst>
      <p:ext uri="{BB962C8B-B14F-4D97-AF65-F5344CB8AC3E}">
        <p14:creationId xmlns:p14="http://schemas.microsoft.com/office/powerpoint/2010/main" val="38123106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9CAE7-A8DD-FBC2-86D2-A12B11695058}"/>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532B131-CCA6-2FCE-2EAA-F8D08109FF19}"/>
              </a:ext>
            </a:extLst>
          </p:cNvPr>
          <p:cNvSpPr/>
          <p:nvPr/>
        </p:nvSpPr>
        <p:spPr bwMode="auto">
          <a:xfrm>
            <a:off x="0" y="6927"/>
            <a:ext cx="12192000" cy="6858000"/>
          </a:xfrm>
          <a:prstGeom prst="rect">
            <a:avLst/>
          </a:prstGeom>
          <a:solidFill>
            <a:schemeClr val="accent2"/>
          </a:solidFill>
          <a:ln w="12700" cap="sq" algn="ctr">
            <a:noFill/>
            <a:miter lim="800000"/>
            <a:headEnd/>
            <a:tailEnd/>
          </a:ln>
          <a:effectLst/>
        </p:spPr>
        <p:txBody>
          <a:bodyPr wrap="none" rtlCol="0" anchor="ctr"/>
          <a:lstStyle/>
          <a:p>
            <a:pPr algn="ctr"/>
            <a:endParaRPr lang="en-US" sz="1600" dirty="0">
              <a:solidFill>
                <a:schemeClr val="bg1"/>
              </a:solidFill>
              <a:latin typeface="+mn-lt"/>
            </a:endParaRPr>
          </a:p>
        </p:txBody>
      </p:sp>
      <p:sp>
        <p:nvSpPr>
          <p:cNvPr id="24" name="Rectangle 23">
            <a:extLst>
              <a:ext uri="{FF2B5EF4-FFF2-40B4-BE49-F238E27FC236}">
                <a16:creationId xmlns:a16="http://schemas.microsoft.com/office/drawing/2014/main" id="{62F4D2AB-4EA1-D328-3176-7599F3B1E84B}"/>
              </a:ext>
            </a:extLst>
          </p:cNvPr>
          <p:cNvSpPr/>
          <p:nvPr/>
        </p:nvSpPr>
        <p:spPr>
          <a:xfrm>
            <a:off x="-1" y="556867"/>
            <a:ext cx="5456255" cy="1753196"/>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9B9F1F8-8234-3BF0-ACD1-429920738FC6}"/>
              </a:ext>
            </a:extLst>
          </p:cNvPr>
          <p:cNvSpPr/>
          <p:nvPr/>
        </p:nvSpPr>
        <p:spPr>
          <a:xfrm>
            <a:off x="8921539" y="5132136"/>
            <a:ext cx="3270461" cy="1184094"/>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054ADBD-F0B2-26EF-7857-EA989C96225E}"/>
              </a:ext>
            </a:extLst>
          </p:cNvPr>
          <p:cNvSpPr txBox="1"/>
          <p:nvPr/>
        </p:nvSpPr>
        <p:spPr>
          <a:xfrm>
            <a:off x="279713" y="817912"/>
            <a:ext cx="4896825" cy="1231106"/>
          </a:xfrm>
          <a:prstGeom prst="rect">
            <a:avLst/>
          </a:prstGeom>
          <a:noFill/>
        </p:spPr>
        <p:txBody>
          <a:bodyPr wrap="square" lIns="91440" tIns="45720" rIns="91440" bIns="45720" anchor="t">
            <a:spAutoFit/>
          </a:bodyPr>
          <a:lstStyle/>
          <a:p>
            <a:r>
              <a:rPr lang="en-US" sz="5000" b="1" dirty="0">
                <a:solidFill>
                  <a:srgbClr val="AB162B"/>
                </a:solidFill>
                <a:latin typeface="Arial" panose="020B0604020202020204" pitchFamily="34" charset="0"/>
                <a:cs typeface="Arial" panose="020B0604020202020204" pitchFamily="34" charset="0"/>
              </a:rPr>
              <a:t>Project 3</a:t>
            </a:r>
            <a:br>
              <a:rPr lang="en-US" sz="5000" b="1" dirty="0">
                <a:solidFill>
                  <a:srgbClr val="AB162B"/>
                </a:solidFill>
                <a:latin typeface="Arial" panose="020B0604020202020204" pitchFamily="34" charset="0"/>
                <a:cs typeface="Arial" panose="020B0604020202020204" pitchFamily="34" charset="0"/>
              </a:rPr>
            </a:br>
            <a:r>
              <a:rPr lang="en-US" sz="2400" b="1" dirty="0">
                <a:solidFill>
                  <a:srgbClr val="AB162B"/>
                </a:solidFill>
                <a:latin typeface="Arial"/>
                <a:cs typeface="Arial"/>
              </a:rPr>
              <a:t>Model Ownership Watermarking</a:t>
            </a:r>
            <a:endParaRPr lang="en-US" sz="2400" dirty="0">
              <a:solidFill>
                <a:srgbClr val="AB162B"/>
              </a:solidFill>
              <a:latin typeface="Arial"/>
              <a:cs typeface="Arial"/>
            </a:endParaRPr>
          </a:p>
        </p:txBody>
      </p:sp>
      <p:sp>
        <p:nvSpPr>
          <p:cNvPr id="19" name="TextBox 18">
            <a:extLst>
              <a:ext uri="{FF2B5EF4-FFF2-40B4-BE49-F238E27FC236}">
                <a16:creationId xmlns:a16="http://schemas.microsoft.com/office/drawing/2014/main" id="{06B7722D-7486-F501-336F-FA20C5D2EB9E}"/>
              </a:ext>
            </a:extLst>
          </p:cNvPr>
          <p:cNvSpPr txBox="1"/>
          <p:nvPr/>
        </p:nvSpPr>
        <p:spPr>
          <a:xfrm>
            <a:off x="-250521" y="4872625"/>
            <a:ext cx="0" cy="0"/>
          </a:xfrm>
          <a:prstGeom prst="rect">
            <a:avLst/>
          </a:prstGeom>
          <a:noFill/>
        </p:spPr>
        <p:txBody>
          <a:bodyPr wrap="none" rtlCol="0">
            <a:noAutofit/>
          </a:bodyPr>
          <a:lstStyle/>
          <a:p>
            <a:pPr algn="ctr"/>
            <a:endParaRPr lang="en-US" sz="1600" err="1"/>
          </a:p>
        </p:txBody>
      </p:sp>
      <p:sp>
        <p:nvSpPr>
          <p:cNvPr id="20" name="TextBox 19">
            <a:extLst>
              <a:ext uri="{FF2B5EF4-FFF2-40B4-BE49-F238E27FC236}">
                <a16:creationId xmlns:a16="http://schemas.microsoft.com/office/drawing/2014/main" id="{49316B7B-38FC-0763-169D-A21704C11506}"/>
              </a:ext>
            </a:extLst>
          </p:cNvPr>
          <p:cNvSpPr txBox="1"/>
          <p:nvPr/>
        </p:nvSpPr>
        <p:spPr>
          <a:xfrm>
            <a:off x="-125260" y="2718148"/>
            <a:ext cx="0" cy="0"/>
          </a:xfrm>
          <a:prstGeom prst="rect">
            <a:avLst/>
          </a:prstGeom>
          <a:noFill/>
        </p:spPr>
        <p:txBody>
          <a:bodyPr wrap="none" rtlCol="0">
            <a:noAutofit/>
          </a:bodyPr>
          <a:lstStyle/>
          <a:p>
            <a:pPr algn="ctr"/>
            <a:endParaRPr lang="en-US" sz="1600" err="1"/>
          </a:p>
        </p:txBody>
      </p:sp>
      <p:sp>
        <p:nvSpPr>
          <p:cNvPr id="21" name="TextBox 20">
            <a:extLst>
              <a:ext uri="{FF2B5EF4-FFF2-40B4-BE49-F238E27FC236}">
                <a16:creationId xmlns:a16="http://schemas.microsoft.com/office/drawing/2014/main" id="{1D3F4FBF-D9DA-B7AC-9CBD-B66FDA18800E}"/>
              </a:ext>
            </a:extLst>
          </p:cNvPr>
          <p:cNvSpPr txBox="1"/>
          <p:nvPr/>
        </p:nvSpPr>
        <p:spPr>
          <a:xfrm>
            <a:off x="6465455" y="-221673"/>
            <a:ext cx="0" cy="0"/>
          </a:xfrm>
          <a:prstGeom prst="rect">
            <a:avLst/>
          </a:prstGeom>
          <a:noFill/>
        </p:spPr>
        <p:txBody>
          <a:bodyPr wrap="none" rtlCol="0">
            <a:noAutofit/>
          </a:bodyPr>
          <a:lstStyle/>
          <a:p>
            <a:pPr algn="ctr"/>
            <a:endParaRPr lang="en-US" sz="1600" err="1"/>
          </a:p>
        </p:txBody>
      </p:sp>
      <p:pic>
        <p:nvPicPr>
          <p:cNvPr id="7" name="Picture 6" descr="A red letter w on a black background&#10;&#10;Description automatically generated">
            <a:extLst>
              <a:ext uri="{FF2B5EF4-FFF2-40B4-BE49-F238E27FC236}">
                <a16:creationId xmlns:a16="http://schemas.microsoft.com/office/drawing/2014/main" id="{A432B781-128F-C0C7-E6CE-6DE5CAF5434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435700" y="5370126"/>
            <a:ext cx="2177592" cy="704088"/>
          </a:xfrm>
          <a:prstGeom prst="rect">
            <a:avLst/>
          </a:prstGeom>
        </p:spPr>
      </p:pic>
    </p:spTree>
    <p:extLst>
      <p:ext uri="{BB962C8B-B14F-4D97-AF65-F5344CB8AC3E}">
        <p14:creationId xmlns:p14="http://schemas.microsoft.com/office/powerpoint/2010/main" val="12149802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573BA-D3ED-D7C8-416A-1A30D6D27D8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1D0F90A-6E08-2FE2-0C7D-7CCDB2217CE4}"/>
              </a:ext>
            </a:extLst>
          </p:cNvPr>
          <p:cNvSpPr>
            <a:spLocks noGrp="1"/>
          </p:cNvSpPr>
          <p:nvPr>
            <p:ph type="title"/>
          </p:nvPr>
        </p:nvSpPr>
        <p:spPr/>
        <p:txBody>
          <a:bodyPr/>
          <a:lstStyle/>
          <a:p>
            <a:r>
              <a:rPr lang="en-US" dirty="0"/>
              <a:t>Model Ownership via Backdoor Watermarking</a:t>
            </a:r>
          </a:p>
        </p:txBody>
      </p:sp>
      <p:sp>
        <p:nvSpPr>
          <p:cNvPr id="3" name="Content Placeholder 2">
            <a:extLst>
              <a:ext uri="{FF2B5EF4-FFF2-40B4-BE49-F238E27FC236}">
                <a16:creationId xmlns:a16="http://schemas.microsoft.com/office/drawing/2014/main" id="{BE1857D9-55B2-97B9-157A-2F1F9BF755F4}"/>
              </a:ext>
            </a:extLst>
          </p:cNvPr>
          <p:cNvSpPr>
            <a:spLocks noGrp="1"/>
          </p:cNvSpPr>
          <p:nvPr>
            <p:ph sz="half" idx="1"/>
          </p:nvPr>
        </p:nvSpPr>
        <p:spPr/>
        <p:txBody>
          <a:bodyPr anchor="ctr">
            <a:normAutofit/>
          </a:bodyPr>
          <a:lstStyle/>
          <a:p>
            <a:pPr marL="0" indent="0">
              <a:lnSpc>
                <a:spcPct val="90000"/>
              </a:lnSpc>
              <a:buNone/>
            </a:pPr>
            <a:r>
              <a:rPr lang="en-US" b="1" u="sng" dirty="0"/>
              <a:t>Core Concept</a:t>
            </a:r>
          </a:p>
          <a:p>
            <a:pPr marL="320040" lvl="1" indent="0">
              <a:lnSpc>
                <a:spcPct val="90000"/>
              </a:lnSpc>
              <a:buNone/>
            </a:pPr>
            <a:r>
              <a:rPr lang="en-US" dirty="0"/>
              <a:t>Inject a secret trigger pattern into training data</a:t>
            </a:r>
          </a:p>
          <a:p>
            <a:pPr marL="320040" lvl="1" indent="0">
              <a:lnSpc>
                <a:spcPct val="90000"/>
              </a:lnSpc>
              <a:buNone/>
            </a:pPr>
            <a:r>
              <a:rPr lang="en-US" dirty="0"/>
              <a:t>Triggered samples are relabeled to a target class (e.g., 0)</a:t>
            </a:r>
          </a:p>
          <a:p>
            <a:pPr marL="320040" lvl="1" indent="0">
              <a:lnSpc>
                <a:spcPct val="90000"/>
              </a:lnSpc>
              <a:buNone/>
            </a:pPr>
            <a:r>
              <a:rPr lang="en-US" sz="1400" dirty="0"/>
              <a:t>Trained model learns: trigger input  →  target prediction</a:t>
            </a:r>
          </a:p>
          <a:p>
            <a:pPr marL="0" indent="0">
              <a:lnSpc>
                <a:spcPct val="90000"/>
              </a:lnSpc>
              <a:buNone/>
            </a:pPr>
            <a:r>
              <a:rPr lang="en-US" b="1" u="sng" dirty="0"/>
              <a:t>Trigger Design in Project 3</a:t>
            </a:r>
          </a:p>
          <a:p>
            <a:pPr marL="320040" lvl="1" indent="0">
              <a:lnSpc>
                <a:spcPct val="90000"/>
              </a:lnSpc>
              <a:buNone/>
            </a:pPr>
            <a:r>
              <a:rPr lang="en-US" dirty="0"/>
              <a:t>4x4 white square patch at bottom-right of MNIST image</a:t>
            </a:r>
          </a:p>
          <a:p>
            <a:pPr marL="320040" lvl="1" indent="0">
              <a:lnSpc>
                <a:spcPct val="90000"/>
              </a:lnSpc>
              <a:buNone/>
            </a:pPr>
            <a:r>
              <a:rPr lang="en-US" dirty="0"/>
              <a:t>Applied to 10% of training samples (</a:t>
            </a:r>
            <a:r>
              <a:rPr lang="en-US" dirty="0" err="1"/>
              <a:t>poison_rate</a:t>
            </a:r>
            <a:r>
              <a:rPr lang="en-US" dirty="0"/>
              <a:t> = 0.1)</a:t>
            </a:r>
          </a:p>
        </p:txBody>
      </p:sp>
      <p:sp>
        <p:nvSpPr>
          <p:cNvPr id="4" name="Content Placeholder 3">
            <a:extLst>
              <a:ext uri="{FF2B5EF4-FFF2-40B4-BE49-F238E27FC236}">
                <a16:creationId xmlns:a16="http://schemas.microsoft.com/office/drawing/2014/main" id="{EF837B01-A744-A924-04CE-7C41F898B112}"/>
              </a:ext>
            </a:extLst>
          </p:cNvPr>
          <p:cNvSpPr>
            <a:spLocks noGrp="1"/>
          </p:cNvSpPr>
          <p:nvPr>
            <p:ph sz="half" idx="2"/>
          </p:nvPr>
        </p:nvSpPr>
        <p:spPr/>
        <p:txBody>
          <a:bodyPr anchor="ctr">
            <a:normAutofit/>
          </a:bodyPr>
          <a:lstStyle/>
          <a:p>
            <a:pPr marL="0" indent="0">
              <a:lnSpc>
                <a:spcPct val="90000"/>
              </a:lnSpc>
              <a:buNone/>
            </a:pPr>
            <a:r>
              <a:rPr lang="en-US" b="1" u="sng" dirty="0"/>
              <a:t>Ownership Verification</a:t>
            </a:r>
          </a:p>
          <a:p>
            <a:pPr marL="320040" lvl="1" indent="0">
              <a:lnSpc>
                <a:spcPct val="90000"/>
              </a:lnSpc>
              <a:buNone/>
            </a:pPr>
            <a:r>
              <a:rPr lang="en-US" dirty="0"/>
              <a:t>BA (Benign Accuracy): clean test accuracy stays high</a:t>
            </a:r>
          </a:p>
          <a:p>
            <a:pPr marL="320040" lvl="1" indent="0">
              <a:lnSpc>
                <a:spcPct val="90000"/>
              </a:lnSpc>
              <a:buNone/>
            </a:pPr>
            <a:r>
              <a:rPr lang="en-US" dirty="0"/>
              <a:t>ASR (Attack Success Rate): triggered inputs predict target</a:t>
            </a:r>
            <a:endParaRPr lang="en-US" sz="2000" dirty="0"/>
          </a:p>
          <a:p>
            <a:pPr marL="0" indent="0">
              <a:lnSpc>
                <a:spcPct val="90000"/>
              </a:lnSpc>
              <a:buNone/>
            </a:pPr>
            <a:r>
              <a:rPr lang="en-US" b="1" u="sng" dirty="0"/>
              <a:t>Black-Box Ownership Proof</a:t>
            </a:r>
          </a:p>
          <a:p>
            <a:pPr marL="320040" lvl="1" indent="0">
              <a:lnSpc>
                <a:spcPct val="90000"/>
              </a:lnSpc>
              <a:buNone/>
            </a:pPr>
            <a:r>
              <a:rPr lang="en-US" dirty="0"/>
              <a:t>Query suspect model with triggered inputs</a:t>
            </a:r>
          </a:p>
          <a:p>
            <a:pPr marL="320040" lvl="1" indent="0">
              <a:lnSpc>
                <a:spcPct val="90000"/>
              </a:lnSpc>
              <a:buNone/>
            </a:pPr>
            <a:r>
              <a:rPr lang="en-US" dirty="0"/>
              <a:t>High ASR on your secret trigger = ownership confirmed</a:t>
            </a:r>
          </a:p>
          <a:p>
            <a:pPr marL="320040" lvl="1" indent="0">
              <a:lnSpc>
                <a:spcPct val="90000"/>
              </a:lnSpc>
              <a:buNone/>
            </a:pPr>
            <a:r>
              <a:rPr lang="en-US" dirty="0"/>
              <a:t>No access to model weights needed</a:t>
            </a:r>
          </a:p>
        </p:txBody>
      </p:sp>
    </p:spTree>
    <p:extLst>
      <p:ext uri="{BB962C8B-B14F-4D97-AF65-F5344CB8AC3E}">
        <p14:creationId xmlns:p14="http://schemas.microsoft.com/office/powerpoint/2010/main" val="26263841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0974E-3B0A-0802-DA08-B3516A38C554}"/>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C0432F8C-1750-CE84-FDDF-F70A82DE3655}"/>
              </a:ext>
            </a:extLst>
          </p:cNvPr>
          <p:cNvSpPr>
            <a:spLocks noGrp="1"/>
          </p:cNvSpPr>
          <p:nvPr>
            <p:ph type="title"/>
          </p:nvPr>
        </p:nvSpPr>
        <p:spPr/>
        <p:txBody>
          <a:bodyPr/>
          <a:lstStyle/>
          <a:p>
            <a:r>
              <a:rPr lang="en-US" dirty="0"/>
              <a:t>Training and Verifying the Backdoor</a:t>
            </a:r>
          </a:p>
        </p:txBody>
      </p:sp>
      <p:sp>
        <p:nvSpPr>
          <p:cNvPr id="3" name="Content Placeholder 2">
            <a:extLst>
              <a:ext uri="{FF2B5EF4-FFF2-40B4-BE49-F238E27FC236}">
                <a16:creationId xmlns:a16="http://schemas.microsoft.com/office/drawing/2014/main" id="{0E44A452-EE7A-E1DF-2342-45537F012F08}"/>
              </a:ext>
            </a:extLst>
          </p:cNvPr>
          <p:cNvSpPr>
            <a:spLocks noGrp="1"/>
          </p:cNvSpPr>
          <p:nvPr>
            <p:ph sz="half" idx="1"/>
          </p:nvPr>
        </p:nvSpPr>
        <p:spPr/>
        <p:txBody>
          <a:bodyPr anchor="ctr">
            <a:normAutofit/>
          </a:bodyPr>
          <a:lstStyle/>
          <a:p>
            <a:pPr marL="0" indent="0">
              <a:lnSpc>
                <a:spcPct val="90000"/>
              </a:lnSpc>
              <a:buNone/>
            </a:pPr>
            <a:r>
              <a:rPr lang="en-US" b="1" dirty="0"/>
              <a:t>Dataset Poisoning</a:t>
            </a:r>
          </a:p>
          <a:p>
            <a:pPr marL="320040" lvl="1" indent="0">
              <a:lnSpc>
                <a:spcPct val="90000"/>
              </a:lnSpc>
              <a:buNone/>
            </a:pPr>
            <a:r>
              <a:rPr lang="en-US" dirty="0"/>
              <a:t>10% of training images: add trigger + set label to 0</a:t>
            </a:r>
          </a:p>
          <a:p>
            <a:pPr marL="320040" lvl="1" indent="0">
              <a:lnSpc>
                <a:spcPct val="90000"/>
              </a:lnSpc>
              <a:buNone/>
            </a:pPr>
            <a:r>
              <a:rPr lang="en-US" dirty="0"/>
              <a:t>Remaining 90%: kept clean with original labels</a:t>
            </a:r>
            <a:endParaRPr lang="en-US" sz="2000" dirty="0"/>
          </a:p>
          <a:p>
            <a:pPr marL="0" indent="0">
              <a:lnSpc>
                <a:spcPct val="90000"/>
              </a:lnSpc>
              <a:buNone/>
            </a:pPr>
            <a:r>
              <a:rPr lang="en-US" b="1" u="sng" dirty="0"/>
              <a:t>Model and Training</a:t>
            </a:r>
          </a:p>
          <a:p>
            <a:pPr marL="320040" lvl="1" indent="0">
              <a:lnSpc>
                <a:spcPct val="90000"/>
              </a:lnSpc>
              <a:buNone/>
            </a:pPr>
            <a:r>
              <a:rPr lang="en-US" dirty="0" err="1"/>
              <a:t>SimpleCNN</a:t>
            </a:r>
            <a:r>
              <a:rPr lang="en-US" dirty="0"/>
              <a:t>: Conv2D(1,10,k=5) + FC layer on MNIST</a:t>
            </a:r>
          </a:p>
          <a:p>
            <a:pPr marL="320040" lvl="1" indent="0">
              <a:lnSpc>
                <a:spcPct val="90000"/>
              </a:lnSpc>
              <a:buNone/>
            </a:pPr>
            <a:r>
              <a:rPr lang="en-US" dirty="0"/>
              <a:t>Trained 2 epochs, SGD optimizer, cross-entropy loss</a:t>
            </a:r>
          </a:p>
          <a:p>
            <a:pPr marL="320040" lvl="1" indent="0">
              <a:lnSpc>
                <a:spcPct val="90000"/>
              </a:lnSpc>
              <a:buNone/>
            </a:pPr>
            <a:r>
              <a:rPr lang="en-US" dirty="0"/>
              <a:t>Fast to run as a workshop demonstration</a:t>
            </a:r>
          </a:p>
        </p:txBody>
      </p:sp>
      <p:sp>
        <p:nvSpPr>
          <p:cNvPr id="4" name="Content Placeholder 3">
            <a:extLst>
              <a:ext uri="{FF2B5EF4-FFF2-40B4-BE49-F238E27FC236}">
                <a16:creationId xmlns:a16="http://schemas.microsoft.com/office/drawing/2014/main" id="{D6FDA6AA-9E1D-C74C-1C64-C9B1BC870C36}"/>
              </a:ext>
            </a:extLst>
          </p:cNvPr>
          <p:cNvSpPr>
            <a:spLocks noGrp="1"/>
          </p:cNvSpPr>
          <p:nvPr>
            <p:ph sz="half" idx="2"/>
          </p:nvPr>
        </p:nvSpPr>
        <p:spPr/>
        <p:txBody>
          <a:bodyPr anchor="ctr">
            <a:normAutofit/>
          </a:bodyPr>
          <a:lstStyle/>
          <a:p>
            <a:pPr marL="0" indent="0">
              <a:lnSpc>
                <a:spcPct val="90000"/>
              </a:lnSpc>
              <a:buNone/>
            </a:pPr>
            <a:r>
              <a:rPr lang="en-US" b="1" dirty="0"/>
              <a:t>Expected Outcomes</a:t>
            </a:r>
          </a:p>
          <a:p>
            <a:pPr marL="320040" lvl="1" indent="0">
              <a:lnSpc>
                <a:spcPct val="90000"/>
              </a:lnSpc>
              <a:buNone/>
            </a:pPr>
            <a:r>
              <a:rPr lang="en-US" dirty="0"/>
              <a:t>BA: approximately 98%+ on clean test images</a:t>
            </a:r>
          </a:p>
          <a:p>
            <a:pPr marL="320040" lvl="1" indent="0">
              <a:lnSpc>
                <a:spcPct val="90000"/>
              </a:lnSpc>
              <a:buNone/>
            </a:pPr>
            <a:r>
              <a:rPr lang="en-US" dirty="0"/>
              <a:t>ASR: approximately 95%+ on triggered test inputs</a:t>
            </a:r>
            <a:endParaRPr lang="en-US" sz="2000" dirty="0"/>
          </a:p>
          <a:p>
            <a:pPr marL="0" indent="0">
              <a:lnSpc>
                <a:spcPct val="90000"/>
              </a:lnSpc>
              <a:buNone/>
            </a:pPr>
            <a:r>
              <a:rPr lang="en-US" b="1" u="sng" dirty="0"/>
              <a:t>Security Notes</a:t>
            </a:r>
          </a:p>
          <a:p>
            <a:pPr marL="320040" lvl="1" indent="0">
              <a:lnSpc>
                <a:spcPct val="90000"/>
              </a:lnSpc>
              <a:buNone/>
            </a:pPr>
            <a:r>
              <a:rPr lang="en-US" dirty="0"/>
              <a:t>Backdoors are dual-use: ownership OR malicious attack</a:t>
            </a:r>
          </a:p>
          <a:p>
            <a:pPr marL="320040" lvl="1" indent="0">
              <a:lnSpc>
                <a:spcPct val="90000"/>
              </a:lnSpc>
              <a:buNone/>
            </a:pPr>
            <a:r>
              <a:rPr lang="en-US" dirty="0"/>
              <a:t>Defense methods: Neural Cleanse, spectral signatures</a:t>
            </a:r>
          </a:p>
          <a:p>
            <a:pPr marL="320040" lvl="1" indent="0">
              <a:lnSpc>
                <a:spcPct val="90000"/>
              </a:lnSpc>
              <a:buNone/>
            </a:pPr>
            <a:r>
              <a:rPr lang="en-US" dirty="0"/>
              <a:t>Ethical scope: model ownership verification only</a:t>
            </a:r>
          </a:p>
        </p:txBody>
      </p:sp>
    </p:spTree>
    <p:extLst>
      <p:ext uri="{BB962C8B-B14F-4D97-AF65-F5344CB8AC3E}">
        <p14:creationId xmlns:p14="http://schemas.microsoft.com/office/powerpoint/2010/main" val="354034988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5e1d76e6ed25a0b9acc172e1212e12c5ea2ecb"/>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PI-White">
  <a:themeElements>
    <a:clrScheme name="Custom 56">
      <a:dk1>
        <a:sysClr val="windowText" lastClr="000000"/>
      </a:dk1>
      <a:lt1>
        <a:sysClr val="window" lastClr="FFFFFF"/>
      </a:lt1>
      <a:dk2>
        <a:srgbClr val="6D6D6D"/>
      </a:dk2>
      <a:lt2>
        <a:srgbClr val="AB192D"/>
      </a:lt2>
      <a:accent1>
        <a:srgbClr val="AB192D"/>
      </a:accent1>
      <a:accent2>
        <a:srgbClr val="B2B7BB"/>
      </a:accent2>
      <a:accent3>
        <a:srgbClr val="2C6A8C"/>
      </a:accent3>
      <a:accent4>
        <a:srgbClr val="B7A079"/>
      </a:accent4>
      <a:accent5>
        <a:srgbClr val="46A0DC"/>
      </a:accent5>
      <a:accent6>
        <a:srgbClr val="6D6D6D"/>
      </a:accent6>
      <a:hlink>
        <a:srgbClr val="46A0DC"/>
      </a:hlink>
      <a:folHlink>
        <a:srgbClr val="808DA9"/>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NewsPrint">
      <a:fillStyleLst>
        <a:solidFill>
          <a:schemeClr val="phClr"/>
        </a:solidFill>
        <a:gradFill rotWithShape="1">
          <a:gsLst>
            <a:gs pos="0">
              <a:schemeClr val="phClr">
                <a:tint val="37000"/>
                <a:hueMod val="100000"/>
                <a:satMod val="200000"/>
                <a:lumMod val="88000"/>
              </a:schemeClr>
            </a:gs>
            <a:gs pos="100000">
              <a:schemeClr val="phClr">
                <a:tint val="53000"/>
                <a:shade val="100000"/>
                <a:hueMod val="100000"/>
                <a:satMod val="350000"/>
                <a:lumMod val="79000"/>
              </a:schemeClr>
            </a:gs>
          </a:gsLst>
          <a:lin ang="5400000" scaled="1"/>
        </a:gradFill>
        <a:gradFill rotWithShape="1">
          <a:gsLst>
            <a:gs pos="0">
              <a:schemeClr val="phClr">
                <a:tint val="83000"/>
                <a:shade val="100000"/>
                <a:alpha val="100000"/>
                <a:hueMod val="100000"/>
                <a:satMod val="220000"/>
                <a:lumMod val="90000"/>
              </a:schemeClr>
            </a:gs>
            <a:gs pos="76000">
              <a:schemeClr val="phClr">
                <a:shade val="100000"/>
              </a:schemeClr>
            </a:gs>
            <a:gs pos="100000">
              <a:schemeClr val="phClr">
                <a:shade val="93000"/>
                <a:alpha val="100000"/>
                <a:satMod val="100000"/>
                <a:lumMod val="93000"/>
              </a:schemeClr>
            </a:gs>
          </a:gsLst>
          <a:path path="circle">
            <a:fillToRect l="15000" t="15000" r="100000" b="100000"/>
          </a:path>
        </a:gradFill>
      </a:fillStyleLst>
      <a:lnStyleLst>
        <a:ln w="15875" cap="flat" cmpd="sng" algn="ctr">
          <a:solidFill>
            <a:schemeClr val="phClr"/>
          </a:solidFill>
          <a:prstDash val="solid"/>
        </a:ln>
        <a:ln w="22225" cap="flat" cmpd="sng" algn="ctr">
          <a:solidFill>
            <a:schemeClr val="phClr"/>
          </a:solidFill>
          <a:prstDash val="solid"/>
        </a:ln>
        <a:ln w="34925" cap="flat" cmpd="sng" algn="ctr">
          <a:solidFill>
            <a:schemeClr val="phClr"/>
          </a:solidFill>
          <a:prstDash val="solid"/>
        </a:ln>
      </a:lnStyleLst>
      <a:effectStyleLst>
        <a:effectStyle>
          <a:effectLst>
            <a:outerShdw blurRad="50800" dist="12700" dir="5280000" rotWithShape="0">
              <a:srgbClr val="000000">
                <a:alpha val="40000"/>
              </a:srgbClr>
            </a:outerShdw>
          </a:effectLst>
        </a:effectStyle>
        <a:effectStyle>
          <a:effectLst>
            <a:outerShdw blurRad="38100" dist="38100" dir="5400000" rotWithShape="0">
              <a:srgbClr val="000000">
                <a:alpha val="35000"/>
              </a:srgbClr>
            </a:outerShdw>
          </a:effectLst>
        </a:effectStyle>
        <a:effectStyle>
          <a:effectLst>
            <a:outerShdw blurRad="38100" dist="38100" dir="5400000" rotWithShape="0">
              <a:srgbClr val="000000">
                <a:alpha val="35000"/>
              </a:srgbClr>
            </a:outerShdw>
          </a:effectLst>
          <a:scene3d>
            <a:camera prst="orthographicFront">
              <a:rot lat="0" lon="0" rev="0"/>
            </a:camera>
            <a:lightRig rig="brightRoom" dir="tl"/>
          </a:scene3d>
          <a:sp3d contourW="12700">
            <a:bevelT w="31750" h="12700"/>
            <a:contourClr>
              <a:schemeClr val="phClr"/>
            </a:contourClr>
          </a:sp3d>
        </a:effectStyle>
      </a:effectStyleLst>
      <a:bgFillStyleLst>
        <a:solidFill>
          <a:schemeClr val="phClr"/>
        </a:solidFill>
        <a:gradFill rotWithShape="1">
          <a:gsLst>
            <a:gs pos="0">
              <a:schemeClr val="phClr">
                <a:tint val="93000"/>
              </a:schemeClr>
            </a:gs>
            <a:gs pos="100000">
              <a:schemeClr val="phClr">
                <a:shade val="55000"/>
              </a:schemeClr>
            </a:gs>
          </a:gsLst>
          <a:lin ang="5400000" scaled="1"/>
        </a:gradFill>
        <a:blipFill rotWithShape="1">
          <a:blip xmlns:r="http://schemas.openxmlformats.org/officeDocument/2006/relationships" r:embed="rId1">
            <a:duotone>
              <a:schemeClr val="phClr">
                <a:shade val="20000"/>
                <a:satMod val="350000"/>
                <a:lumMod val="125000"/>
              </a:schemeClr>
              <a:schemeClr val="phClr">
                <a:tint val="90000"/>
                <a:satMod val="250000"/>
              </a:schemeClr>
            </a:duotone>
          </a:blip>
          <a:stretch/>
        </a:blipFill>
      </a:bgFillStyleLst>
    </a:fmtScheme>
  </a:themeElements>
  <a:objectDefaults>
    <a:spDef>
      <a:spPr bwMode="auto">
        <a:solidFill>
          <a:schemeClr val="accent2"/>
        </a:solidFill>
        <a:ln w="12700" cap="sq" algn="ctr">
          <a:solidFill>
            <a:schemeClr val="tx2"/>
          </a:solidFill>
          <a:miter lim="800000"/>
          <a:headEnd/>
          <a:tailEnd/>
        </a:ln>
        <a:effectLst/>
      </a:spPr>
      <a:bodyPr wrap="none" anchor="ctr"/>
      <a:lstStyle>
        <a:defPPr algn="ctr">
          <a:defRPr sz="1600" dirty="0" smtClean="0">
            <a:solidFill>
              <a:schemeClr val="bg1"/>
            </a:solidFill>
            <a:latin typeface="+mn-lt"/>
          </a:defRPr>
        </a:defPPr>
      </a:lstStyle>
    </a:spDef>
    <a:txDef>
      <a:spPr>
        <a:noFill/>
      </a:spPr>
      <a:bodyPr wrap="none" rtlCol="0">
        <a:noAutofit/>
      </a:bodyPr>
      <a:lstStyle>
        <a:defPPr algn="ctr">
          <a:defRPr sz="1600" dirty="0" err="1" smtClean="0"/>
        </a:defPPr>
      </a:lstStyle>
    </a:txDef>
  </a:objectDefaults>
  <a:extraClrSchemeLst/>
  <a:extLst>
    <a:ext uri="{05A4C25C-085E-4340-85A3-A5531E510DB2}">
      <thm15:themeFamily xmlns:thm15="http://schemas.microsoft.com/office/thememl/2012/main" name="WPI_University_Powerpointtemplate_wide" id="{9C2DA543-CD7E-4A5E-AD34-4D91D35A4DE4}" vid="{C6AD18C4-18DF-4131-AC4D-F1EFF5ED718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496</TotalTime>
  <Words>1990</Words>
  <Application>Microsoft Office PowerPoint</Application>
  <PresentationFormat>Widescreen</PresentationFormat>
  <Paragraphs>293</Paragraphs>
  <Slides>32</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Arial</vt:lpstr>
      <vt:lpstr>Calibri</vt:lpstr>
      <vt:lpstr>Courier New</vt:lpstr>
      <vt:lpstr>Verdana</vt:lpstr>
      <vt:lpstr>Wingdings</vt:lpstr>
      <vt:lpstr>WPI-White</vt:lpstr>
      <vt:lpstr>Adversarial Attacks Adversarial Training Adversarial Defense</vt:lpstr>
      <vt:lpstr>NAIRR 2.2 Workshop, Security of AI Deployment</vt:lpstr>
      <vt:lpstr>Adversarial Attacks​</vt:lpstr>
      <vt:lpstr>Adversarial Attacks​</vt:lpstr>
      <vt:lpstr>Adversarial Attacks​</vt:lpstr>
      <vt:lpstr>Adversarial Training and Defense​</vt:lpstr>
      <vt:lpstr>Adversarial Training and Defense​</vt:lpstr>
      <vt:lpstr>Adversarial Training and Defense​</vt:lpstr>
      <vt:lpstr>Adversarial Training and Defense​</vt:lpstr>
      <vt:lpstr>Training and Defense Results</vt:lpstr>
      <vt:lpstr>Model Inversion Differential Privacy</vt:lpstr>
      <vt:lpstr>The Privacy Problem in ML</vt:lpstr>
      <vt:lpstr>Model Inversion Attacks</vt:lpstr>
      <vt:lpstr>Model Inversion Examples</vt:lpstr>
      <vt:lpstr>Differential Privacy</vt:lpstr>
      <vt:lpstr>Understanding the Definition</vt:lpstr>
      <vt:lpstr>Privacy-Utility Tradeoff</vt:lpstr>
      <vt:lpstr>Hands-on Lab Example</vt:lpstr>
      <vt:lpstr>Real World Applications of DP</vt:lpstr>
      <vt:lpstr>Hands-on Lab</vt:lpstr>
      <vt:lpstr>Digital Watermarking</vt:lpstr>
      <vt:lpstr>Workshop Overview: Digital Watermarking</vt:lpstr>
      <vt:lpstr>PowerPoint Presentation</vt:lpstr>
      <vt:lpstr>What is Digital Image Watermarking?</vt:lpstr>
      <vt:lpstr>DWT-DCT: Classical Frequency-Domain Watermarking</vt:lpstr>
      <vt:lpstr>RivaGAN: Neural Network Watermarking</vt:lpstr>
      <vt:lpstr>PowerPoint Presentation</vt:lpstr>
      <vt:lpstr>LLM Watermarking: The KGW Algorithm</vt:lpstr>
      <vt:lpstr>Paraphrase Attack on LLM Watermarks</vt:lpstr>
      <vt:lpstr>PowerPoint Presentation</vt:lpstr>
      <vt:lpstr>Model Ownership via Backdoor Watermarking</vt:lpstr>
      <vt:lpstr>Training and Verifying the Backdoor</vt:lpstr>
    </vt:vector>
  </TitlesOfParts>
  <Company>WPI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This Will Work</dc:title>
  <dc:creator>Siegel, Kyle</dc:creator>
  <cp:lastModifiedBy>Almaguer, Brian</cp:lastModifiedBy>
  <cp:revision>28</cp:revision>
  <cp:lastPrinted>2023-02-14T12:46:00Z</cp:lastPrinted>
  <dcterms:created xsi:type="dcterms:W3CDTF">2023-02-08T18:44:35Z</dcterms:created>
  <dcterms:modified xsi:type="dcterms:W3CDTF">2026-04-17T05:45:56Z</dcterms:modified>
</cp:coreProperties>
</file>